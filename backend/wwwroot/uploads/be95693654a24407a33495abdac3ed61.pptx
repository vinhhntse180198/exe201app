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6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2EFF7-0656-4BFA-ADFC-DCC3902631C9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B595-EB88-4799-97DD-C19F51E3B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4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07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A2CA5-F3DD-4A87-BE30-D81855FF99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17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A2CA5-F3DD-4A87-BE30-D81855FF99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47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A2CA5-F3DD-4A87-BE30-D81855FF99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70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F11B-3EF6-49C3-9451-1A8C216F2B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9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A2CA5-F3DD-4A87-BE30-D81855FF99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8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4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8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7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5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7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0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8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7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0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78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596000" y="2523800"/>
            <a:ext cx="5000000" cy="10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1200" b="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193200" y="3732500"/>
            <a:ext cx="3805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2"/>
          </p:nvPr>
        </p:nvSpPr>
        <p:spPr>
          <a:xfrm>
            <a:off x="4193200" y="4167600"/>
            <a:ext cx="3805600" cy="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62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5B5D0-2314-411F-88C5-5CA40A5055F6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CA731-4E8C-44B6-ABBD-BB28EB2C8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microsoft.com/office/2007/relationships/media" Target="../media/media7.mp3"/><Relationship Id="rId18" Type="http://schemas.openxmlformats.org/officeDocument/2006/relationships/image" Target="../media/image2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6.mp3"/><Relationship Id="rId17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6" Type="http://schemas.openxmlformats.org/officeDocument/2006/relationships/audio" Target="../media/media8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microsoft.com/office/2007/relationships/media" Target="../media/media6.mp3"/><Relationship Id="rId5" Type="http://schemas.microsoft.com/office/2007/relationships/media" Target="../media/media3.mp3"/><Relationship Id="rId15" Type="http://schemas.microsoft.com/office/2007/relationships/media" Target="../media/media8.mp3"/><Relationship Id="rId10" Type="http://schemas.openxmlformats.org/officeDocument/2006/relationships/audio" Target="../media/media5.mp3"/><Relationship Id="rId19" Type="http://schemas.openxmlformats.org/officeDocument/2006/relationships/image" Target="../media/image3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audio" Target="../media/media7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12.mp3"/><Relationship Id="rId13" Type="http://schemas.microsoft.com/office/2007/relationships/media" Target="../media/media15.mp3"/><Relationship Id="rId18" Type="http://schemas.openxmlformats.org/officeDocument/2006/relationships/image" Target="../media/image2.png"/><Relationship Id="rId3" Type="http://schemas.microsoft.com/office/2007/relationships/media" Target="../media/media10.mp3"/><Relationship Id="rId7" Type="http://schemas.microsoft.com/office/2007/relationships/media" Target="../media/media12.mp3"/><Relationship Id="rId12" Type="http://schemas.openxmlformats.org/officeDocument/2006/relationships/audio" Target="../media/media14.mp3"/><Relationship Id="rId17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5" Type="http://schemas.microsoft.com/office/2007/relationships/media" Target="../media/media11.mp3"/><Relationship Id="rId15" Type="http://schemas.microsoft.com/office/2007/relationships/media" Target="../media/media16.mp3"/><Relationship Id="rId10" Type="http://schemas.openxmlformats.org/officeDocument/2006/relationships/audio" Target="../media/media13.mp3"/><Relationship Id="rId19" Type="http://schemas.openxmlformats.org/officeDocument/2006/relationships/image" Target="../media/image3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mp3"/><Relationship Id="rId13" Type="http://schemas.openxmlformats.org/officeDocument/2006/relationships/image" Target="../media/image2.png"/><Relationship Id="rId3" Type="http://schemas.microsoft.com/office/2007/relationships/media" Target="../media/media18.mp3"/><Relationship Id="rId7" Type="http://schemas.microsoft.com/office/2007/relationships/media" Target="../media/media20.mp3"/><Relationship Id="rId12" Type="http://schemas.openxmlformats.org/officeDocument/2006/relationships/notesSlide" Target="../notesSlides/notesSlide2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6" Type="http://schemas.openxmlformats.org/officeDocument/2006/relationships/audio" Target="../media/media19.mp3"/><Relationship Id="rId11" Type="http://schemas.openxmlformats.org/officeDocument/2006/relationships/slideLayout" Target="../slideLayouts/slideLayout1.xml"/><Relationship Id="rId5" Type="http://schemas.microsoft.com/office/2007/relationships/media" Target="../media/media19.mp3"/><Relationship Id="rId10" Type="http://schemas.openxmlformats.org/officeDocument/2006/relationships/audio" Target="../media/media21.mp3"/><Relationship Id="rId4" Type="http://schemas.openxmlformats.org/officeDocument/2006/relationships/audio" Target="../media/media18.mp3"/><Relationship Id="rId9" Type="http://schemas.microsoft.com/office/2007/relationships/media" Target="../media/media21.mp3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3" Type="http://schemas.microsoft.com/office/2007/relationships/media" Target="../media/media10.mp3"/><Relationship Id="rId18" Type="http://schemas.openxmlformats.org/officeDocument/2006/relationships/audio" Target="../media/media22.mp3"/><Relationship Id="rId26" Type="http://schemas.openxmlformats.org/officeDocument/2006/relationships/audio" Target="../media/media26.mp3"/><Relationship Id="rId3" Type="http://schemas.microsoft.com/office/2007/relationships/media" Target="../media/media3.mp3"/><Relationship Id="rId21" Type="http://schemas.microsoft.com/office/2007/relationships/media" Target="../media/media24.mp3"/><Relationship Id="rId34" Type="http://schemas.openxmlformats.org/officeDocument/2006/relationships/notesSlide" Target="../notesSlides/notesSlide3.xml"/><Relationship Id="rId7" Type="http://schemas.microsoft.com/office/2007/relationships/media" Target="../media/media11.mp3"/><Relationship Id="rId12" Type="http://schemas.openxmlformats.org/officeDocument/2006/relationships/audio" Target="../media/media9.mp3"/><Relationship Id="rId17" Type="http://schemas.microsoft.com/office/2007/relationships/media" Target="../media/media22.mp3"/><Relationship Id="rId25" Type="http://schemas.microsoft.com/office/2007/relationships/media" Target="../media/media26.mp3"/><Relationship Id="rId33" Type="http://schemas.openxmlformats.org/officeDocument/2006/relationships/slideLayout" Target="../slideLayouts/slideLayout12.xml"/><Relationship Id="rId2" Type="http://schemas.openxmlformats.org/officeDocument/2006/relationships/audio" Target="../media/media2.mp3"/><Relationship Id="rId16" Type="http://schemas.openxmlformats.org/officeDocument/2006/relationships/audio" Target="../media/media12.mp3"/><Relationship Id="rId20" Type="http://schemas.openxmlformats.org/officeDocument/2006/relationships/audio" Target="../media/media23.mp3"/><Relationship Id="rId29" Type="http://schemas.microsoft.com/office/2007/relationships/media" Target="../media/media28.mp3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microsoft.com/office/2007/relationships/media" Target="../media/media9.mp3"/><Relationship Id="rId24" Type="http://schemas.openxmlformats.org/officeDocument/2006/relationships/audio" Target="../media/media25.mp3"/><Relationship Id="rId32" Type="http://schemas.openxmlformats.org/officeDocument/2006/relationships/audio" Target="../media/media29.mp3"/><Relationship Id="rId5" Type="http://schemas.microsoft.com/office/2007/relationships/media" Target="../media/media4.mp3"/><Relationship Id="rId15" Type="http://schemas.microsoft.com/office/2007/relationships/media" Target="../media/media12.mp3"/><Relationship Id="rId23" Type="http://schemas.microsoft.com/office/2007/relationships/media" Target="../media/media25.mp3"/><Relationship Id="rId28" Type="http://schemas.openxmlformats.org/officeDocument/2006/relationships/audio" Target="../media/media27.mp3"/><Relationship Id="rId10" Type="http://schemas.openxmlformats.org/officeDocument/2006/relationships/audio" Target="../media/media5.mp3"/><Relationship Id="rId19" Type="http://schemas.microsoft.com/office/2007/relationships/media" Target="../media/media23.mp3"/><Relationship Id="rId31" Type="http://schemas.microsoft.com/office/2007/relationships/media" Target="../media/media29.mp3"/><Relationship Id="rId4" Type="http://schemas.openxmlformats.org/officeDocument/2006/relationships/audio" Target="../media/media3.mp3"/><Relationship Id="rId9" Type="http://schemas.microsoft.com/office/2007/relationships/media" Target="../media/media5.mp3"/><Relationship Id="rId14" Type="http://schemas.openxmlformats.org/officeDocument/2006/relationships/audio" Target="../media/media10.mp3"/><Relationship Id="rId22" Type="http://schemas.openxmlformats.org/officeDocument/2006/relationships/audio" Target="../media/media24.mp3"/><Relationship Id="rId27" Type="http://schemas.microsoft.com/office/2007/relationships/media" Target="../media/media27.mp3"/><Relationship Id="rId30" Type="http://schemas.openxmlformats.org/officeDocument/2006/relationships/audio" Target="../media/media28.mp3"/><Relationship Id="rId35" Type="http://schemas.openxmlformats.org/officeDocument/2006/relationships/image" Target="../media/image3.png"/><Relationship Id="rId8" Type="http://schemas.openxmlformats.org/officeDocument/2006/relationships/audio" Target="../media/media11.mp3"/></Relationships>
</file>

<file path=ppt/slides/_rels/slide6.xml.rels><?xml version="1.0" encoding="UTF-8" standalone="yes"?>
<Relationships xmlns="http://schemas.openxmlformats.org/package/2006/relationships"><Relationship Id="rId13" Type="http://schemas.microsoft.com/office/2007/relationships/media" Target="../media/media34.mp3"/><Relationship Id="rId18" Type="http://schemas.openxmlformats.org/officeDocument/2006/relationships/audio" Target="../media/media19.mp3"/><Relationship Id="rId26" Type="http://schemas.openxmlformats.org/officeDocument/2006/relationships/audio" Target="../media/media8.mp3"/><Relationship Id="rId3" Type="http://schemas.microsoft.com/office/2007/relationships/media" Target="../media/media31.mp3"/><Relationship Id="rId21" Type="http://schemas.microsoft.com/office/2007/relationships/media" Target="../media/media6.mp3"/><Relationship Id="rId34" Type="http://schemas.openxmlformats.org/officeDocument/2006/relationships/notesSlide" Target="../notesSlides/notesSlide4.xml"/><Relationship Id="rId7" Type="http://schemas.microsoft.com/office/2007/relationships/media" Target="../media/media33.mp3"/><Relationship Id="rId12" Type="http://schemas.openxmlformats.org/officeDocument/2006/relationships/audio" Target="../media/media17.mp3"/><Relationship Id="rId17" Type="http://schemas.microsoft.com/office/2007/relationships/media" Target="../media/media19.mp3"/><Relationship Id="rId25" Type="http://schemas.microsoft.com/office/2007/relationships/media" Target="../media/media8.mp3"/><Relationship Id="rId33" Type="http://schemas.openxmlformats.org/officeDocument/2006/relationships/slideLayout" Target="../slideLayouts/slideLayout12.xml"/><Relationship Id="rId2" Type="http://schemas.openxmlformats.org/officeDocument/2006/relationships/audio" Target="../media/media30.mp3"/><Relationship Id="rId16" Type="http://schemas.openxmlformats.org/officeDocument/2006/relationships/audio" Target="../media/media18.mp3"/><Relationship Id="rId20" Type="http://schemas.openxmlformats.org/officeDocument/2006/relationships/audio" Target="../media/media15.mp3"/><Relationship Id="rId29" Type="http://schemas.microsoft.com/office/2007/relationships/media" Target="../media/media36.mp3"/><Relationship Id="rId1" Type="http://schemas.microsoft.com/office/2007/relationships/media" Target="../media/media30.mp3"/><Relationship Id="rId6" Type="http://schemas.openxmlformats.org/officeDocument/2006/relationships/audio" Target="../media/media32.mp3"/><Relationship Id="rId11" Type="http://schemas.microsoft.com/office/2007/relationships/media" Target="../media/media17.mp3"/><Relationship Id="rId24" Type="http://schemas.openxmlformats.org/officeDocument/2006/relationships/audio" Target="../media/media7.mp3"/><Relationship Id="rId32" Type="http://schemas.openxmlformats.org/officeDocument/2006/relationships/audio" Target="../media/media37.mp3"/><Relationship Id="rId5" Type="http://schemas.microsoft.com/office/2007/relationships/media" Target="../media/media32.mp3"/><Relationship Id="rId15" Type="http://schemas.microsoft.com/office/2007/relationships/media" Target="../media/media18.mp3"/><Relationship Id="rId23" Type="http://schemas.microsoft.com/office/2007/relationships/media" Target="../media/media7.mp3"/><Relationship Id="rId28" Type="http://schemas.openxmlformats.org/officeDocument/2006/relationships/audio" Target="../media/media35.mp3"/><Relationship Id="rId10" Type="http://schemas.openxmlformats.org/officeDocument/2006/relationships/audio" Target="../media/media14.mp3"/><Relationship Id="rId19" Type="http://schemas.microsoft.com/office/2007/relationships/media" Target="../media/media15.mp3"/><Relationship Id="rId31" Type="http://schemas.microsoft.com/office/2007/relationships/media" Target="../media/media37.mp3"/><Relationship Id="rId4" Type="http://schemas.openxmlformats.org/officeDocument/2006/relationships/audio" Target="../media/media31.mp3"/><Relationship Id="rId9" Type="http://schemas.microsoft.com/office/2007/relationships/media" Target="../media/media14.mp3"/><Relationship Id="rId14" Type="http://schemas.openxmlformats.org/officeDocument/2006/relationships/audio" Target="../media/media34.mp3"/><Relationship Id="rId22" Type="http://schemas.openxmlformats.org/officeDocument/2006/relationships/audio" Target="../media/media6.mp3"/><Relationship Id="rId27" Type="http://schemas.microsoft.com/office/2007/relationships/media" Target="../media/media35.mp3"/><Relationship Id="rId30" Type="http://schemas.openxmlformats.org/officeDocument/2006/relationships/audio" Target="../media/media36.mp3"/><Relationship Id="rId35" Type="http://schemas.openxmlformats.org/officeDocument/2006/relationships/image" Target="../media/image3.png"/><Relationship Id="rId8" Type="http://schemas.openxmlformats.org/officeDocument/2006/relationships/audio" Target="../media/media33.mp3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3" Type="http://schemas.microsoft.com/office/2007/relationships/media" Target="../media/media37.mp3"/><Relationship Id="rId18" Type="http://schemas.openxmlformats.org/officeDocument/2006/relationships/audio" Target="../media/media17.mp3"/><Relationship Id="rId26" Type="http://schemas.openxmlformats.org/officeDocument/2006/relationships/audio" Target="../media/media2.mp3"/><Relationship Id="rId39" Type="http://schemas.microsoft.com/office/2007/relationships/media" Target="../media/media12.mp3"/><Relationship Id="rId21" Type="http://schemas.microsoft.com/office/2007/relationships/media" Target="../media/media18.mp3"/><Relationship Id="rId34" Type="http://schemas.openxmlformats.org/officeDocument/2006/relationships/audio" Target="../media/media5.mp3"/><Relationship Id="rId42" Type="http://schemas.openxmlformats.org/officeDocument/2006/relationships/audio" Target="../media/media23.mp3"/><Relationship Id="rId47" Type="http://schemas.microsoft.com/office/2007/relationships/media" Target="../media/media29.mp3"/><Relationship Id="rId50" Type="http://schemas.openxmlformats.org/officeDocument/2006/relationships/notesSlide" Target="../notesSlides/notesSlide5.xml"/><Relationship Id="rId7" Type="http://schemas.microsoft.com/office/2007/relationships/media" Target="../media/media6.mp3"/><Relationship Id="rId2" Type="http://schemas.openxmlformats.org/officeDocument/2006/relationships/audio" Target="../media/media38.mp3"/><Relationship Id="rId16" Type="http://schemas.openxmlformats.org/officeDocument/2006/relationships/audio" Target="../media/media32.mp3"/><Relationship Id="rId29" Type="http://schemas.microsoft.com/office/2007/relationships/media" Target="../media/media4.mp3"/><Relationship Id="rId11" Type="http://schemas.microsoft.com/office/2007/relationships/media" Target="../media/media8.mp3"/><Relationship Id="rId24" Type="http://schemas.openxmlformats.org/officeDocument/2006/relationships/audio" Target="../media/media19.mp3"/><Relationship Id="rId32" Type="http://schemas.openxmlformats.org/officeDocument/2006/relationships/audio" Target="../media/media11.mp3"/><Relationship Id="rId37" Type="http://schemas.microsoft.com/office/2007/relationships/media" Target="../media/media10.mp3"/><Relationship Id="rId40" Type="http://schemas.openxmlformats.org/officeDocument/2006/relationships/audio" Target="../media/media12.mp3"/><Relationship Id="rId45" Type="http://schemas.microsoft.com/office/2007/relationships/media" Target="../media/media25.mp3"/><Relationship Id="rId5" Type="http://schemas.microsoft.com/office/2007/relationships/media" Target="../media/media15.mp3"/><Relationship Id="rId15" Type="http://schemas.microsoft.com/office/2007/relationships/media" Target="../media/media32.mp3"/><Relationship Id="rId23" Type="http://schemas.microsoft.com/office/2007/relationships/media" Target="../media/media19.mp3"/><Relationship Id="rId28" Type="http://schemas.openxmlformats.org/officeDocument/2006/relationships/audio" Target="../media/media3.mp3"/><Relationship Id="rId36" Type="http://schemas.openxmlformats.org/officeDocument/2006/relationships/audio" Target="../media/media9.mp3"/><Relationship Id="rId49" Type="http://schemas.openxmlformats.org/officeDocument/2006/relationships/slideLayout" Target="../slideLayouts/slideLayout12.xml"/><Relationship Id="rId10" Type="http://schemas.openxmlformats.org/officeDocument/2006/relationships/audio" Target="../media/media7.mp3"/><Relationship Id="rId19" Type="http://schemas.microsoft.com/office/2007/relationships/media" Target="../media/media34.mp3"/><Relationship Id="rId31" Type="http://schemas.microsoft.com/office/2007/relationships/media" Target="../media/media11.mp3"/><Relationship Id="rId44" Type="http://schemas.openxmlformats.org/officeDocument/2006/relationships/audio" Target="../media/media24.mp3"/><Relationship Id="rId4" Type="http://schemas.openxmlformats.org/officeDocument/2006/relationships/audio" Target="../media/media14.mp3"/><Relationship Id="rId9" Type="http://schemas.microsoft.com/office/2007/relationships/media" Target="../media/media7.mp3"/><Relationship Id="rId14" Type="http://schemas.openxmlformats.org/officeDocument/2006/relationships/audio" Target="../media/media37.mp3"/><Relationship Id="rId22" Type="http://schemas.openxmlformats.org/officeDocument/2006/relationships/audio" Target="../media/media18.mp3"/><Relationship Id="rId27" Type="http://schemas.microsoft.com/office/2007/relationships/media" Target="../media/media3.mp3"/><Relationship Id="rId30" Type="http://schemas.openxmlformats.org/officeDocument/2006/relationships/audio" Target="../media/media4.mp3"/><Relationship Id="rId35" Type="http://schemas.microsoft.com/office/2007/relationships/media" Target="../media/media9.mp3"/><Relationship Id="rId43" Type="http://schemas.microsoft.com/office/2007/relationships/media" Target="../media/media24.mp3"/><Relationship Id="rId48" Type="http://schemas.openxmlformats.org/officeDocument/2006/relationships/audio" Target="../media/media29.mp3"/><Relationship Id="rId8" Type="http://schemas.openxmlformats.org/officeDocument/2006/relationships/audio" Target="../media/media6.mp3"/><Relationship Id="rId51" Type="http://schemas.openxmlformats.org/officeDocument/2006/relationships/image" Target="../media/image3.png"/><Relationship Id="rId3" Type="http://schemas.microsoft.com/office/2007/relationships/media" Target="../media/media14.mp3"/><Relationship Id="rId12" Type="http://schemas.openxmlformats.org/officeDocument/2006/relationships/audio" Target="../media/media8.mp3"/><Relationship Id="rId17" Type="http://schemas.microsoft.com/office/2007/relationships/media" Target="../media/media17.mp3"/><Relationship Id="rId25" Type="http://schemas.microsoft.com/office/2007/relationships/media" Target="../media/media2.mp3"/><Relationship Id="rId33" Type="http://schemas.microsoft.com/office/2007/relationships/media" Target="../media/media5.mp3"/><Relationship Id="rId38" Type="http://schemas.openxmlformats.org/officeDocument/2006/relationships/audio" Target="../media/media10.mp3"/><Relationship Id="rId46" Type="http://schemas.openxmlformats.org/officeDocument/2006/relationships/audio" Target="../media/media25.mp3"/><Relationship Id="rId20" Type="http://schemas.openxmlformats.org/officeDocument/2006/relationships/audio" Target="../media/media34.mp3"/><Relationship Id="rId41" Type="http://schemas.microsoft.com/office/2007/relationships/media" Target="../media/media23.mp3"/><Relationship Id="rId1" Type="http://schemas.microsoft.com/office/2007/relationships/media" Target="../media/media38.mp3"/><Relationship Id="rId6" Type="http://schemas.openxmlformats.org/officeDocument/2006/relationships/audio" Target="../media/media15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12.mp3"/><Relationship Id="rId7" Type="http://schemas.openxmlformats.org/officeDocument/2006/relationships/image" Target="../media/image5.png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2.mp3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2.mp3"/><Relationship Id="rId3" Type="http://schemas.microsoft.com/office/2007/relationships/media" Target="../media/media40.mp3"/><Relationship Id="rId7" Type="http://schemas.microsoft.com/office/2007/relationships/media" Target="../media/media42.mp3"/><Relationship Id="rId12" Type="http://schemas.openxmlformats.org/officeDocument/2006/relationships/image" Target="../media/image3.png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6" Type="http://schemas.openxmlformats.org/officeDocument/2006/relationships/audio" Target="../media/media41.mp3"/><Relationship Id="rId11" Type="http://schemas.openxmlformats.org/officeDocument/2006/relationships/image" Target="../media/image8.png"/><Relationship Id="rId5" Type="http://schemas.microsoft.com/office/2007/relationships/media" Target="../media/media41.mp3"/><Relationship Id="rId10" Type="http://schemas.openxmlformats.org/officeDocument/2006/relationships/image" Target="../media/image7.png"/><Relationship Id="rId4" Type="http://schemas.openxmlformats.org/officeDocument/2006/relationships/audio" Target="../media/media40.mp3"/><Relationship Id="rId9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mp3"/><Relationship Id="rId13" Type="http://schemas.openxmlformats.org/officeDocument/2006/relationships/image" Target="../media/image11.png"/><Relationship Id="rId3" Type="http://schemas.microsoft.com/office/2007/relationships/media" Target="../media/media44.mp3"/><Relationship Id="rId7" Type="http://schemas.microsoft.com/office/2007/relationships/media" Target="../media/media11.mp3"/><Relationship Id="rId12" Type="http://schemas.openxmlformats.org/officeDocument/2006/relationships/image" Target="../media/image3.png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6" Type="http://schemas.openxmlformats.org/officeDocument/2006/relationships/audio" Target="../media/media38.mp3"/><Relationship Id="rId11" Type="http://schemas.openxmlformats.org/officeDocument/2006/relationships/image" Target="../media/image10.png"/><Relationship Id="rId5" Type="http://schemas.microsoft.com/office/2007/relationships/media" Target="../media/media38.mp3"/><Relationship Id="rId10" Type="http://schemas.openxmlformats.org/officeDocument/2006/relationships/image" Target="../media/image9.png"/><Relationship Id="rId4" Type="http://schemas.openxmlformats.org/officeDocument/2006/relationships/audio" Target="../media/media44.mp3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8.mp3"/><Relationship Id="rId13" Type="http://schemas.openxmlformats.org/officeDocument/2006/relationships/image" Target="../media/image16.png"/><Relationship Id="rId3" Type="http://schemas.microsoft.com/office/2007/relationships/media" Target="../media/media46.mp3"/><Relationship Id="rId7" Type="http://schemas.microsoft.com/office/2007/relationships/media" Target="../media/media48.mp3"/><Relationship Id="rId12" Type="http://schemas.openxmlformats.org/officeDocument/2006/relationships/image" Target="../media/image15.png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6" Type="http://schemas.openxmlformats.org/officeDocument/2006/relationships/audio" Target="../media/media47.mp3"/><Relationship Id="rId11" Type="http://schemas.openxmlformats.org/officeDocument/2006/relationships/image" Target="../media/image14.png"/><Relationship Id="rId5" Type="http://schemas.microsoft.com/office/2007/relationships/media" Target="../media/media47.mp3"/><Relationship Id="rId10" Type="http://schemas.openxmlformats.org/officeDocument/2006/relationships/image" Target="../media/image13.png"/><Relationship Id="rId4" Type="http://schemas.openxmlformats.org/officeDocument/2006/relationships/audio" Target="../media/media46.mp3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mp3"/><Relationship Id="rId13" Type="http://schemas.openxmlformats.org/officeDocument/2006/relationships/image" Target="../media/image19.png"/><Relationship Id="rId3" Type="http://schemas.microsoft.com/office/2007/relationships/media" Target="../media/media50.mp3"/><Relationship Id="rId7" Type="http://schemas.microsoft.com/office/2007/relationships/media" Target="../media/media29.mp3"/><Relationship Id="rId12" Type="http://schemas.openxmlformats.org/officeDocument/2006/relationships/image" Target="../media/image18.png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6" Type="http://schemas.openxmlformats.org/officeDocument/2006/relationships/audio" Target="../media/media51.mp3"/><Relationship Id="rId11" Type="http://schemas.openxmlformats.org/officeDocument/2006/relationships/image" Target="../media/image17.png"/><Relationship Id="rId5" Type="http://schemas.microsoft.com/office/2007/relationships/media" Target="../media/media51.mp3"/><Relationship Id="rId10" Type="http://schemas.openxmlformats.org/officeDocument/2006/relationships/notesSlide" Target="../notesSlides/notesSlide6.xml"/><Relationship Id="rId4" Type="http://schemas.openxmlformats.org/officeDocument/2006/relationships/audio" Target="../media/media50.mp3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2.mp3"/><Relationship Id="rId7" Type="http://schemas.openxmlformats.org/officeDocument/2006/relationships/image" Target="../media/image8.png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media" Target="../media/media4.mp3"/><Relationship Id="rId7" Type="http://schemas.openxmlformats.org/officeDocument/2006/relationships/image" Target="../media/image22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5.png"/><Relationship Id="rId4" Type="http://schemas.openxmlformats.org/officeDocument/2006/relationships/audio" Target="../media/media4.mp3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media" Target="../media/media3.mp3"/><Relationship Id="rId7" Type="http://schemas.openxmlformats.org/officeDocument/2006/relationships/image" Target="../media/image2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.png"/><Relationship Id="rId4" Type="http://schemas.openxmlformats.org/officeDocument/2006/relationships/audio" Target="../media/media3.mp3"/><Relationship Id="rId9" Type="http://schemas.openxmlformats.org/officeDocument/2006/relationships/image" Target="../media/image29.gi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microsoft.com/office/2007/relationships/media" Target="../media/media5.mp3"/><Relationship Id="rId7" Type="http://schemas.openxmlformats.org/officeDocument/2006/relationships/image" Target="../media/image31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.png"/><Relationship Id="rId4" Type="http://schemas.openxmlformats.org/officeDocument/2006/relationships/audio" Target="../media/media5.mp3"/><Relationship Id="rId9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microsoft.com/office/2007/relationships/media" Target="../media/media9.mp3"/><Relationship Id="rId7" Type="http://schemas.openxmlformats.org/officeDocument/2006/relationships/image" Target="../media/image35.pn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3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9.mp3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media" Target="../media/media10.mp3"/><Relationship Id="rId7" Type="http://schemas.openxmlformats.org/officeDocument/2006/relationships/image" Target="../media/image38.pn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image" Target="../media/image37.png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10" Type="http://schemas.microsoft.com/office/2007/relationships/hdphoto" Target="../media/hdphoto1.wdp"/><Relationship Id="rId4" Type="http://schemas.openxmlformats.org/officeDocument/2006/relationships/audio" Target="../media/media10.mp3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813BE13-2146-4680-B1DC-A13E195F1BC9}"/>
              </a:ext>
            </a:extLst>
          </p:cNvPr>
          <p:cNvSpPr txBox="1"/>
          <p:nvPr/>
        </p:nvSpPr>
        <p:spPr>
          <a:xfrm>
            <a:off x="4105167" y="1453314"/>
            <a:ext cx="30850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Aharoni" panose="02010803020104030203" pitchFamily="2" charset="-79"/>
              </a:rPr>
              <a:t>VÒNG III </a:t>
            </a:r>
          </a:p>
          <a:p>
            <a:pPr algn="ctr"/>
            <a:endParaRPr lang="vi-VN" sz="4800" b="1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cs typeface="Aharoni" panose="02010803020104030203" pitchFamily="2" charset="-79"/>
            </a:endParaRPr>
          </a:p>
        </p:txBody>
      </p:sp>
      <p:pic>
        <p:nvPicPr>
          <p:cNvPr id="16" name="Picture 15" descr="A picture containing text, outdoor, sky, nature&#10;&#10;Description automatically generated">
            <a:extLst>
              <a:ext uri="{FF2B5EF4-FFF2-40B4-BE49-F238E27FC236}">
                <a16:creationId xmlns:a16="http://schemas.microsoft.com/office/drawing/2014/main" id="{7790171B-095F-4EC2-A5FF-C335FC3BC7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-14432" r="1"/>
          <a:stretch/>
        </p:blipFill>
        <p:spPr>
          <a:xfrm>
            <a:off x="0" y="-125860"/>
            <a:ext cx="12229946" cy="69838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F3E1B35-8DAD-4959-9237-2FC4649E54E9}"/>
              </a:ext>
            </a:extLst>
          </p:cNvPr>
          <p:cNvSpPr/>
          <p:nvPr/>
        </p:nvSpPr>
        <p:spPr>
          <a:xfrm>
            <a:off x="-37946" y="421050"/>
            <a:ext cx="11062997" cy="2452780"/>
          </a:xfrm>
          <a:prstGeom prst="roundRect">
            <a:avLst/>
          </a:prstGeom>
          <a:ln>
            <a:noFill/>
          </a:ln>
          <a:effectLst>
            <a:softEdge rad="1270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867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3EADF7-5978-415F-AD97-94D1F935C739}"/>
              </a:ext>
            </a:extLst>
          </p:cNvPr>
          <p:cNvSpPr txBox="1"/>
          <p:nvPr/>
        </p:nvSpPr>
        <p:spPr>
          <a:xfrm>
            <a:off x="137381" y="1453314"/>
            <a:ext cx="11125200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67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CÁC SỐ ĐẾM CÒN LẠI </a:t>
            </a:r>
            <a:endParaRPr lang="vi-VN" sz="4267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DD5C94C-8115-47FE-9D17-8306959851C8}"/>
              </a:ext>
            </a:extLst>
          </p:cNvPr>
          <p:cNvSpPr/>
          <p:nvPr/>
        </p:nvSpPr>
        <p:spPr>
          <a:xfrm flipV="1">
            <a:off x="3039253" y="2171822"/>
            <a:ext cx="6151440" cy="6095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/>
          <p:cNvSpPr/>
          <p:nvPr/>
        </p:nvSpPr>
        <p:spPr>
          <a:xfrm>
            <a:off x="4812557" y="97874"/>
            <a:ext cx="17748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Aharoni" panose="02010803020104030203" pitchFamily="2" charset="-79"/>
              </a:rPr>
              <a:t>BÀI 3</a:t>
            </a:r>
          </a:p>
        </p:txBody>
      </p:sp>
    </p:spTree>
    <p:extLst>
      <p:ext uri="{BB962C8B-B14F-4D97-AF65-F5344CB8AC3E}">
        <p14:creationId xmlns:p14="http://schemas.microsoft.com/office/powerpoint/2010/main" val="178581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D793BA-F190-4408-8B04-B9E5D07CD6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56478" cy="6679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160869"/>
            <a:ext cx="2619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がつ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40BBC-F3E4-4606-93F3-8693F8AC707F}"/>
              </a:ext>
            </a:extLst>
          </p:cNvPr>
          <p:cNvSpPr txBox="1"/>
          <p:nvPr/>
        </p:nvSpPr>
        <p:spPr>
          <a:xfrm>
            <a:off x="1192346" y="206621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9" y="90825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～月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6D635C-DA6C-489F-988E-26762C89F591}"/>
              </a:ext>
            </a:extLst>
          </p:cNvPr>
          <p:cNvSpPr/>
          <p:nvPr/>
        </p:nvSpPr>
        <p:spPr>
          <a:xfrm>
            <a:off x="0" y="0"/>
            <a:ext cx="12191999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03030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983906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げつ・ようび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785387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火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2596220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火曜日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340705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水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4217886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水曜日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5009548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木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3453" y="5761980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木曜日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78185"/>
            <a:ext cx="3757124" cy="80904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THÁNG, MẶT TRĂNG 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933325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2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1736898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LỬA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2541584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3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334515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NƯỚC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16939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4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972970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CÂY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5776543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5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1718547"/>
            <a:ext cx="32653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ひ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2541584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か・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3300051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みず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12308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すい・よ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92229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5680766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もく・よ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-174507" y="33026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-177565" y="1174445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-196343" y="1948643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-199401" y="2792828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-167572" y="3508711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-155729" y="4362396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53" name="Rounded Rectangle 52"/>
          <p:cNvSpPr/>
          <p:nvPr/>
        </p:nvSpPr>
        <p:spPr>
          <a:xfrm>
            <a:off x="-174507" y="5136594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-145827" y="597781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pic>
        <p:nvPicPr>
          <p:cNvPr id="46" name="がつ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157166" y="212539"/>
            <a:ext cx="609600" cy="609600"/>
          </a:xfrm>
          <a:prstGeom prst="rect">
            <a:avLst/>
          </a:prstGeom>
        </p:spPr>
      </p:pic>
      <p:pic>
        <p:nvPicPr>
          <p:cNvPr id="55" name="46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41127" y="1100461"/>
            <a:ext cx="471157" cy="471157"/>
          </a:xfrm>
          <a:prstGeom prst="rect">
            <a:avLst/>
          </a:prstGeom>
        </p:spPr>
      </p:pic>
      <p:pic>
        <p:nvPicPr>
          <p:cNvPr id="56" name="462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26387" y="4357727"/>
            <a:ext cx="471157" cy="471157"/>
          </a:xfrm>
          <a:prstGeom prst="rect">
            <a:avLst/>
          </a:prstGeom>
        </p:spPr>
      </p:pic>
      <p:pic>
        <p:nvPicPr>
          <p:cNvPr id="57" name="461.mp3 (1)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41126" y="2665359"/>
            <a:ext cx="471157" cy="471157"/>
          </a:xfrm>
          <a:prstGeom prst="rect">
            <a:avLst/>
          </a:prstGeom>
        </p:spPr>
      </p:pic>
      <p:pic>
        <p:nvPicPr>
          <p:cNvPr id="63" name="463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61747" y="5922625"/>
            <a:ext cx="429913" cy="429913"/>
          </a:xfrm>
          <a:prstGeom prst="rect">
            <a:avLst/>
          </a:prstGeom>
        </p:spPr>
      </p:pic>
      <p:pic>
        <p:nvPicPr>
          <p:cNvPr id="64" name="1160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03175" y="3518521"/>
            <a:ext cx="457200" cy="457200"/>
          </a:xfrm>
          <a:prstGeom prst="rect">
            <a:avLst/>
          </a:prstGeom>
        </p:spPr>
      </p:pic>
      <p:pic>
        <p:nvPicPr>
          <p:cNvPr id="65" name="958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03031" y="5126919"/>
            <a:ext cx="457200" cy="457200"/>
          </a:xfrm>
          <a:prstGeom prst="rect">
            <a:avLst/>
          </a:prstGeom>
        </p:spPr>
      </p:pic>
      <p:pic>
        <p:nvPicPr>
          <p:cNvPr id="66" name="228464 (1)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03031" y="192792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1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600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audio>
              <p:cMediaNode vol="80000">
                <p:cTn id="1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audio>
              <p:cMediaNode vol="80000">
                <p:cTn id="1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  <p:audio>
              <p:cMediaNode vol="80000">
                <p:cTn id="1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  <p:audio>
              <p:cMediaNode vol="80000">
                <p:cTn id="1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audio>
              <p:cMediaNode vol="80000">
                <p:cTn id="1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7" dur="120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2" dur="626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7" dur="940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audio>
              <p:cMediaNode vol="80000">
                <p:cTn id="1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  <p:audio>
              <p:cMediaNode vol="80000">
                <p:cTn id="1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audio>
              <p:cMediaNode vol="80000">
                <p:cTn id="1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</p:childTnLst>
        </p:cTn>
      </p:par>
    </p:tnLst>
    <p:bldLst>
      <p:bldP spid="5" grpId="0"/>
      <p:bldP spid="8" grpId="0"/>
      <p:bldP spid="12" grpId="0"/>
      <p:bldP spid="14" grpId="0"/>
      <p:bldP spid="15" grpId="0"/>
      <p:bldP spid="16" grpId="0"/>
      <p:bldP spid="17" grpId="0"/>
      <p:bldP spid="21" grpId="0"/>
      <p:bldP spid="22" grpId="0"/>
      <p:bldP spid="23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D793BA-F190-4408-8B04-B9E5D07CD6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56478" cy="6679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160869"/>
            <a:ext cx="2619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おかね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40BBC-F3E4-4606-93F3-8693F8AC707F}"/>
              </a:ext>
            </a:extLst>
          </p:cNvPr>
          <p:cNvSpPr txBox="1"/>
          <p:nvPr/>
        </p:nvSpPr>
        <p:spPr>
          <a:xfrm>
            <a:off x="1192346" y="206621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9" y="90825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お金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6D635C-DA6C-489F-988E-26762C89F591}"/>
              </a:ext>
            </a:extLst>
          </p:cNvPr>
          <p:cNvSpPr/>
          <p:nvPr/>
        </p:nvSpPr>
        <p:spPr>
          <a:xfrm>
            <a:off x="0" y="0"/>
            <a:ext cx="12191999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03030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金曜日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983906"/>
            <a:ext cx="3895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きん・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785387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土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2596220"/>
            <a:ext cx="4367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土</a:t>
            </a:r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340705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4217886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5009548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3453" y="5761980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何曜日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78185"/>
            <a:ext cx="3757124" cy="80904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TIỀN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933325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6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1736898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2541584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7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334515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 , MẶT TRỜI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16939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CHỦ NHẬT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972970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GÌ , CÁI GÌ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TỪ HỎI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5776543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MẤY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1718547"/>
            <a:ext cx="32653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つち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2541584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ど・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3300051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にち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12308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にち・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92229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なん・なに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5680766"/>
            <a:ext cx="41522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なん・</a:t>
            </a:r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-174507" y="33026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-177565" y="1174445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-196343" y="1948643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-199401" y="2792828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-167572" y="3508711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-155729" y="4362396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53" name="Rounded Rectangle 52"/>
          <p:cNvSpPr/>
          <p:nvPr/>
        </p:nvSpPr>
        <p:spPr>
          <a:xfrm>
            <a:off x="-174507" y="5136594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-145827" y="597781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pic>
        <p:nvPicPr>
          <p:cNvPr id="46" name="464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16674" y="1097600"/>
            <a:ext cx="457200" cy="457200"/>
          </a:xfrm>
          <a:prstGeom prst="rect">
            <a:avLst/>
          </a:prstGeom>
        </p:spPr>
      </p:pic>
      <p:pic>
        <p:nvPicPr>
          <p:cNvPr id="55" name="46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16673" y="2705511"/>
            <a:ext cx="457200" cy="457200"/>
          </a:xfrm>
          <a:prstGeom prst="rect">
            <a:avLst/>
          </a:prstGeom>
        </p:spPr>
      </p:pic>
      <p:pic>
        <p:nvPicPr>
          <p:cNvPr id="56" name="にちようび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43776" y="4243358"/>
            <a:ext cx="457200" cy="457200"/>
          </a:xfrm>
          <a:prstGeom prst="rect">
            <a:avLst/>
          </a:prstGeom>
        </p:spPr>
      </p:pic>
      <p:pic>
        <p:nvPicPr>
          <p:cNvPr id="57" name="何曜日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29620" y="5927176"/>
            <a:ext cx="457200" cy="457200"/>
          </a:xfrm>
          <a:prstGeom prst="rect">
            <a:avLst/>
          </a:prstGeom>
        </p:spPr>
      </p:pic>
      <p:pic>
        <p:nvPicPr>
          <p:cNvPr id="2" name="なん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00268" y="5097560"/>
            <a:ext cx="457200" cy="457200"/>
          </a:xfrm>
          <a:prstGeom prst="rect">
            <a:avLst/>
          </a:prstGeom>
        </p:spPr>
      </p:pic>
      <p:pic>
        <p:nvPicPr>
          <p:cNvPr id="58" name="480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29620" y="296559"/>
            <a:ext cx="457200" cy="457200"/>
          </a:xfrm>
          <a:prstGeom prst="rect">
            <a:avLst/>
          </a:prstGeom>
        </p:spPr>
      </p:pic>
      <p:pic>
        <p:nvPicPr>
          <p:cNvPr id="59" name="15260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200268" y="1903202"/>
            <a:ext cx="457200" cy="457200"/>
          </a:xfrm>
          <a:prstGeom prst="rect">
            <a:avLst/>
          </a:prstGeom>
        </p:spPr>
      </p:pic>
      <p:pic>
        <p:nvPicPr>
          <p:cNvPr id="4" name="にち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199095" y="351697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7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audio>
              <p:cMediaNode vol="80000">
                <p:cTn id="1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  <p:audio>
              <p:cMediaNode vol="80000">
                <p:cTn id="1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0" dur="1645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audio>
              <p:cMediaNode vol="80000">
                <p:cTn id="1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6" dur="3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2" dur="940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7" dur="1253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audio>
              <p:cMediaNode vol="80000">
                <p:cTn id="1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  <p:audio>
              <p:cMediaNode vol="80000">
                <p:cTn id="1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4" dur="67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5" grpId="0"/>
      <p:bldP spid="8" grpId="0"/>
      <p:bldP spid="12" grpId="0"/>
      <p:bldP spid="14" grpId="0"/>
      <p:bldP spid="15" grpId="0"/>
      <p:bldP spid="16" grpId="0"/>
      <p:bldP spid="17" grpId="0"/>
      <p:bldP spid="21" grpId="0"/>
      <p:bldP spid="22" grpId="0"/>
      <p:bldP spid="23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D793BA-F190-4408-8B04-B9E5D07CD6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56478" cy="6679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160869"/>
            <a:ext cx="3674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なん・がつ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40BBC-F3E4-4606-93F3-8693F8AC707F}"/>
              </a:ext>
            </a:extLst>
          </p:cNvPr>
          <p:cNvSpPr txBox="1"/>
          <p:nvPr/>
        </p:nvSpPr>
        <p:spPr>
          <a:xfrm>
            <a:off x="1192346" y="206621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9" y="90825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何月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6D635C-DA6C-489F-988E-26762C89F591}"/>
              </a:ext>
            </a:extLst>
          </p:cNvPr>
          <p:cNvSpPr/>
          <p:nvPr/>
        </p:nvSpPr>
        <p:spPr>
          <a:xfrm>
            <a:off x="0" y="0"/>
            <a:ext cx="12191999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03030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何才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983906"/>
            <a:ext cx="38196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・さい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1785387"/>
            <a:ext cx="32978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何を</a:t>
            </a:r>
            <a:r>
              <a:rPr lang="en-US" altLang="ja-JP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ますか。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2596220"/>
            <a:ext cx="4367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42038" y="3407053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何年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4217886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一年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7145" y="5009548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A1B0D-77A6-4300-B9DD-3C38E26EC8BB}"/>
              </a:ext>
            </a:extLst>
          </p:cNvPr>
          <p:cNvSpPr txBox="1"/>
          <p:nvPr/>
        </p:nvSpPr>
        <p:spPr>
          <a:xfrm>
            <a:off x="413453" y="5761980"/>
            <a:ext cx="2547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～分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78185"/>
            <a:ext cx="3757124" cy="80904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MẤY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933325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TUỔI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1736898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LÀM GÌ?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2541584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NĂM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334515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NĂM NÀO?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169397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NĂM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4972970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 </a:t>
            </a:r>
            <a:r>
              <a:rPr lang="en-US" altLang="ja-JP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GIỜ 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1E5893E7-9CD6-4AEA-9A39-CB72F91BE958}"/>
              </a:ext>
            </a:extLst>
          </p:cNvPr>
          <p:cNvSpPr/>
          <p:nvPr/>
        </p:nvSpPr>
        <p:spPr>
          <a:xfrm>
            <a:off x="3431880" y="5776543"/>
            <a:ext cx="3757124" cy="75846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 </a:t>
            </a:r>
            <a:r>
              <a:rPr 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</a:t>
            </a:r>
            <a:r>
              <a:rPr lang="ja-JP" altLang="en-US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ja-JP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ja-JP" alt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89" y="1718547"/>
            <a:ext cx="46996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なにをＶますか。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631290" y="2541584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ねん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3300051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</a:t>
            </a:r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・ねん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12308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いちねん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4922298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～じ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86DC80-D415-4DAB-A11D-C0F93650E1A2}"/>
              </a:ext>
            </a:extLst>
          </p:cNvPr>
          <p:cNvSpPr txBox="1"/>
          <p:nvPr/>
        </p:nvSpPr>
        <p:spPr>
          <a:xfrm>
            <a:off x="7726540" y="5680766"/>
            <a:ext cx="357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～ふん｜ぷん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-174507" y="33026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-177565" y="1174445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-196343" y="1948643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-199401" y="2792828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-167572" y="3508711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-155729" y="4362396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53" name="Rounded Rectangle 52"/>
          <p:cNvSpPr/>
          <p:nvPr/>
        </p:nvSpPr>
        <p:spPr>
          <a:xfrm>
            <a:off x="-174507" y="5136594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-145827" y="5977810"/>
            <a:ext cx="581025" cy="2762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pic>
        <p:nvPicPr>
          <p:cNvPr id="64" name="729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190787" y="250220"/>
            <a:ext cx="457200" cy="457200"/>
          </a:xfrm>
          <a:prstGeom prst="rect">
            <a:avLst/>
          </a:prstGeom>
        </p:spPr>
      </p:pic>
      <p:pic>
        <p:nvPicPr>
          <p:cNvPr id="65" name="29880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203031" y="3556336"/>
            <a:ext cx="457200" cy="457200"/>
          </a:xfrm>
          <a:prstGeom prst="rect">
            <a:avLst/>
          </a:prstGeom>
        </p:spPr>
      </p:pic>
      <p:pic>
        <p:nvPicPr>
          <p:cNvPr id="66" name="1558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190787" y="1082436"/>
            <a:ext cx="457200" cy="457200"/>
          </a:xfrm>
          <a:prstGeom prst="rect">
            <a:avLst/>
          </a:prstGeom>
        </p:spPr>
      </p:pic>
      <p:pic>
        <p:nvPicPr>
          <p:cNvPr id="2" name="ねん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209158" y="2685798"/>
            <a:ext cx="457200" cy="457200"/>
          </a:xfrm>
          <a:prstGeom prst="rect">
            <a:avLst/>
          </a:prstGeom>
        </p:spPr>
      </p:pic>
      <p:pic>
        <p:nvPicPr>
          <p:cNvPr id="3" name="36 一年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257374" y="434322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5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966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2" dur="705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7" dur="862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audio>
              <p:cMediaNode vol="80000">
                <p:cTn id="1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  <p:audio>
              <p:cMediaNode vol="80000">
                <p:cTn id="1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audio>
              <p:cMediaNode vol="80000">
                <p:cTn id="1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5" dur="15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1" dur="24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  <p:bldP spid="8" grpId="0"/>
      <p:bldP spid="12" grpId="0"/>
      <p:bldP spid="14" grpId="0"/>
      <p:bldP spid="15" grpId="0"/>
      <p:bldP spid="16" grpId="0"/>
      <p:bldP spid="17" grpId="0"/>
      <p:bldP spid="21" grpId="0"/>
      <p:bldP spid="22" grpId="0"/>
      <p:bldP spid="23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ＸＸＸ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0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ea typeface="Kozuka Mincho Pr6N EL" panose="02020200000000000000" pitchFamily="18" charset="-128"/>
              </a:rPr>
              <a:t>げつようび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842513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かよ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1685026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すいよ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2524889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もくよ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3367402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b="1" dirty="0" smtClean="0">
                <a:ea typeface="Kozuka Mincho Pr6N EL" panose="02020200000000000000" pitchFamily="18" charset="-128"/>
              </a:rPr>
              <a:t>きんよ</a:t>
            </a:r>
            <a:r>
              <a:rPr lang="ja-JP" altLang="en-US" sz="3200" b="1" dirty="0">
                <a:ea typeface="Kozuka Mincho Pr6N EL" panose="02020200000000000000" pitchFamily="18" charset="-128"/>
              </a:rPr>
              <a:t>うび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5078339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にちよ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5944113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なんよ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4209914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どよ</a:t>
            </a:r>
            <a:r>
              <a:rPr lang="ja-JP" altLang="en-US" sz="3600" b="1" dirty="0">
                <a:ea typeface="Kozuka Mincho Pr6N EL" panose="02020200000000000000" pitchFamily="18" charset="-128"/>
              </a:rPr>
              <a:t>うび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11169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いちじ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853682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よじ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1696195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くじ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2538708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なんじ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3352876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いっぷん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4218650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なんぷん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5084424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ろっぷん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5944113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はっぷん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月曜日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木曜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何時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八分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日曜日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一時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一分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水曜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土曜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四時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火曜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金曜</a:t>
            </a:r>
            <a:r>
              <a:rPr lang="ja-JP" altLang="en-US" sz="13800" dirty="0">
                <a:ea typeface="Kozuka Mincho Pr6N EL" panose="02020200000000000000" pitchFamily="18" charset="-128"/>
              </a:rPr>
              <a:t>日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九時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659412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六分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pic>
        <p:nvPicPr>
          <p:cNvPr id="101" name="460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58926" y="216189"/>
            <a:ext cx="471157" cy="471157"/>
          </a:xfrm>
          <a:prstGeom prst="rect">
            <a:avLst/>
          </a:prstGeom>
        </p:spPr>
      </p:pic>
      <p:pic>
        <p:nvPicPr>
          <p:cNvPr id="102" name="46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46461" y="1819614"/>
            <a:ext cx="471157" cy="471157"/>
          </a:xfrm>
          <a:prstGeom prst="rect">
            <a:avLst/>
          </a:prstGeom>
        </p:spPr>
      </p:pic>
      <p:pic>
        <p:nvPicPr>
          <p:cNvPr id="103" name="461.mp3 (1)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42981" y="986586"/>
            <a:ext cx="471157" cy="471157"/>
          </a:xfrm>
          <a:prstGeom prst="rect">
            <a:avLst/>
          </a:prstGeom>
        </p:spPr>
      </p:pic>
      <p:pic>
        <p:nvPicPr>
          <p:cNvPr id="104" name="にちようび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00871" y="5161984"/>
            <a:ext cx="496125" cy="496125"/>
          </a:xfrm>
          <a:prstGeom prst="rect">
            <a:avLst/>
          </a:prstGeom>
        </p:spPr>
      </p:pic>
      <p:pic>
        <p:nvPicPr>
          <p:cNvPr id="105" name="463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67084" y="2628134"/>
            <a:ext cx="429913" cy="429913"/>
          </a:xfrm>
          <a:prstGeom prst="rect">
            <a:avLst/>
          </a:prstGeom>
        </p:spPr>
      </p:pic>
      <p:pic>
        <p:nvPicPr>
          <p:cNvPr id="106" name="464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75979" y="3494963"/>
            <a:ext cx="429913" cy="429913"/>
          </a:xfrm>
          <a:prstGeom prst="rect">
            <a:avLst/>
          </a:prstGeom>
        </p:spPr>
      </p:pic>
      <p:pic>
        <p:nvPicPr>
          <p:cNvPr id="107" name="465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75980" y="4343116"/>
            <a:ext cx="429913" cy="429913"/>
          </a:xfrm>
          <a:prstGeom prst="rect">
            <a:avLst/>
          </a:prstGeom>
        </p:spPr>
      </p:pic>
      <p:pic>
        <p:nvPicPr>
          <p:cNvPr id="2" name="何曜日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03998" y="6030409"/>
            <a:ext cx="533400" cy="533400"/>
          </a:xfrm>
          <a:prstGeom prst="rect">
            <a:avLst/>
          </a:prstGeom>
        </p:spPr>
      </p:pic>
      <p:pic>
        <p:nvPicPr>
          <p:cNvPr id="108" name="1H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16579" y="150129"/>
            <a:ext cx="457200" cy="457200"/>
          </a:xfrm>
          <a:prstGeom prst="rect">
            <a:avLst/>
          </a:prstGeom>
        </p:spPr>
      </p:pic>
      <p:pic>
        <p:nvPicPr>
          <p:cNvPr id="109" name="4H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30398" y="1025783"/>
            <a:ext cx="457200" cy="457200"/>
          </a:xfrm>
          <a:prstGeom prst="rect">
            <a:avLst/>
          </a:prstGeom>
        </p:spPr>
      </p:pic>
      <p:pic>
        <p:nvPicPr>
          <p:cNvPr id="110" name="count-ji-9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35"/>
          <a:stretch>
            <a:fillRect/>
          </a:stretch>
        </p:blipFill>
        <p:spPr>
          <a:xfrm rot="10800000" flipH="1">
            <a:off x="5340484" y="1833570"/>
            <a:ext cx="457200" cy="457200"/>
          </a:xfrm>
          <a:prstGeom prst="rect">
            <a:avLst/>
          </a:prstGeom>
        </p:spPr>
      </p:pic>
      <p:pic>
        <p:nvPicPr>
          <p:cNvPr id="111" name="MAY H">
            <a:hlinkClick r:id="" action="ppaction://media"/>
          </p:cNvPr>
          <p:cNvPicPr>
            <a:picLocks noChangeAspect="1"/>
          </p:cNvPicPr>
          <p:nvPr>
            <a:audi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02685" y="2701780"/>
            <a:ext cx="457200" cy="457200"/>
          </a:xfrm>
          <a:prstGeom prst="rect">
            <a:avLst/>
          </a:prstGeom>
        </p:spPr>
      </p:pic>
      <p:pic>
        <p:nvPicPr>
          <p:cNvPr id="112" name="count-fun-1.mp3">
            <a:hlinkClick r:id="" action="ppaction://media"/>
          </p:cNvPr>
          <p:cNvPicPr>
            <a:picLocks noChangeAspect="1"/>
          </p:cNvPicPr>
          <p:nvPr>
            <a:audioFile r:link="rId26"/>
            <p:extLst>
              <p:ext uri="{DAA4B4D4-6D71-4841-9C94-3DE7FCFB9230}">
                <p14:media xmlns:p14="http://schemas.microsoft.com/office/powerpoint/2010/main" r:embed="rId2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25528" y="3502201"/>
            <a:ext cx="457200" cy="457200"/>
          </a:xfrm>
          <a:prstGeom prst="rect">
            <a:avLst/>
          </a:prstGeom>
        </p:spPr>
      </p:pic>
      <p:pic>
        <p:nvPicPr>
          <p:cNvPr id="113" name="count-fun-8-pun.mp3 (1)">
            <a:hlinkClick r:id="" action="ppaction://media"/>
          </p:cNvPr>
          <p:cNvPicPr>
            <a:picLocks noChangeAspect="1"/>
          </p:cNvPicPr>
          <p:nvPr>
            <a:audioFile r:link="rId28"/>
            <p:extLst>
              <p:ext uri="{DAA4B4D4-6D71-4841-9C94-3DE7FCFB9230}">
                <p14:media xmlns:p14="http://schemas.microsoft.com/office/powerpoint/2010/main" r:embed="rId2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02685" y="6106609"/>
            <a:ext cx="457200" cy="457200"/>
          </a:xfrm>
          <a:prstGeom prst="rect">
            <a:avLst/>
          </a:prstGeom>
        </p:spPr>
      </p:pic>
      <p:pic>
        <p:nvPicPr>
          <p:cNvPr id="114" name="audiomp3.php (6)">
            <a:hlinkClick r:id="" action="ppaction://media"/>
          </p:cNvPr>
          <p:cNvPicPr>
            <a:picLocks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25528" y="5200909"/>
            <a:ext cx="457200" cy="457200"/>
          </a:xfrm>
          <a:prstGeom prst="rect">
            <a:avLst/>
          </a:prstGeom>
        </p:spPr>
      </p:pic>
      <p:pic>
        <p:nvPicPr>
          <p:cNvPr id="3" name="6903">
            <a:hlinkClick r:id="" action="ppaction://media"/>
          </p:cNvPr>
          <p:cNvPicPr>
            <a:picLocks noChangeAspect="1"/>
          </p:cNvPicPr>
          <p:nvPr>
            <a:audioFile r:link="rId32"/>
            <p:extLst>
              <p:ext uri="{DAA4B4D4-6D71-4841-9C94-3DE7FCFB9230}">
                <p14:media xmlns:p14="http://schemas.microsoft.com/office/powerpoint/2010/main" r:embed="rId3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16579" y="436308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4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audio>
              <p:cMediaNode vol="80000">
                <p:cTn id="1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audio>
            <p:audio>
              <p:cMediaNode vol="80000">
                <p:cTn id="1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  <p:audio>
              <p:cMediaNode vol="80000">
                <p:cTn id="1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3"/>
                </p:tgtEl>
              </p:cMediaNode>
            </p:audio>
            <p:audio>
              <p:cMediaNode vol="80000">
                <p:cTn id="1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  <p:audio>
              <p:cMediaNode vol="80000">
                <p:cTn id="1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  <p:audio>
              <p:cMediaNode vol="80000">
                <p:cTn id="1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"/>
                </p:tgtEl>
              </p:cMediaNode>
            </p:audio>
            <p:audio>
              <p:cMediaNode vol="80000">
                <p:cTn id="1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4" dur="164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100000">
                <p:cTn id="1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8"/>
                </p:tgtEl>
              </p:cMediaNode>
            </p:audio>
            <p:audio>
              <p:cMediaNode vol="80000">
                <p:cTn id="1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9"/>
                </p:tgtEl>
              </p:cMediaNode>
            </p:audio>
            <p:audio>
              <p:cMediaNode vol="80000">
                <p:cTn id="17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0"/>
                </p:tgtEl>
              </p:cMediaNode>
            </p:audio>
            <p:audio>
              <p:cMediaNode vol="80000">
                <p:cTn id="1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"/>
                </p:tgtEl>
              </p:cMediaNode>
            </p:audio>
            <p:audio>
              <p:cMediaNode vol="80000">
                <p:cTn id="1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"/>
                </p:tgtEl>
              </p:cMediaNode>
            </p:audio>
            <p:audio>
              <p:cMediaNode vol="80000">
                <p:cTn id="1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3"/>
                </p:tgtEl>
              </p:cMediaNode>
            </p:audio>
            <p:audio>
              <p:cMediaNode vol="80000">
                <p:cTn id="1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4"/>
                </p:tgtEl>
              </p:cMediaNode>
            </p:audio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7" dur="9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0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きゅうふん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842513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じゅっぷん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1685026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いちねん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2524889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なんねん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3367402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b="1" dirty="0" smtClean="0">
                <a:ea typeface="Kozuka Mincho Pr6N EL" panose="02020200000000000000" pitchFamily="18" charset="-128"/>
              </a:rPr>
              <a:t>なんがつ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5078339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くがつ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0" y="5944113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なんさい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9314" y="4209914"/>
            <a:ext cx="293484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しがつ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11169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じゅっさい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853682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はたち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1696195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なにを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2538708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>
                <a:ea typeface="Kozuka Mincho Pr6N EL" panose="02020200000000000000" pitchFamily="18" charset="-128"/>
              </a:rPr>
              <a:t>おかね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3352876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ひ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4218650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き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5084424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みず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3054161" y="5944113"/>
            <a:ext cx="2485938" cy="6987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b="1" dirty="0" smtClean="0">
                <a:ea typeface="Kozuka Mincho Pr6N EL" panose="02020200000000000000" pitchFamily="18" charset="-128"/>
              </a:rPr>
              <a:t>つち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土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二十才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九分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十分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火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木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何を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お金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水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十才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一年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何年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九月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何才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四月</a:t>
            </a:r>
            <a:endParaRPr lang="en-US" sz="34400" b="1" dirty="0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5834766" y="2060795"/>
            <a:ext cx="6831152" cy="2325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何月</a:t>
            </a:r>
            <a:endParaRPr lang="en-US" sz="34400" b="1" dirty="0">
              <a:solidFill>
                <a:schemeClr val="bg1"/>
              </a:solidFill>
            </a:endParaRPr>
          </a:p>
        </p:txBody>
      </p:sp>
      <p:pic>
        <p:nvPicPr>
          <p:cNvPr id="83" name="1335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11499" y="1024259"/>
            <a:ext cx="457200" cy="457200"/>
          </a:xfrm>
          <a:prstGeom prst="rect">
            <a:avLst/>
          </a:prstGeom>
        </p:spPr>
      </p:pic>
      <p:pic>
        <p:nvPicPr>
          <p:cNvPr id="86" name="count-fun-9.mp3 (1)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34351" y="158310"/>
            <a:ext cx="457200" cy="457200"/>
          </a:xfrm>
          <a:prstGeom prst="rect">
            <a:avLst/>
          </a:prstGeom>
        </p:spPr>
      </p:pic>
      <p:pic>
        <p:nvPicPr>
          <p:cNvPr id="87" name="7232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34351" y="1029736"/>
            <a:ext cx="457200" cy="457200"/>
          </a:xfrm>
          <a:prstGeom prst="rect">
            <a:avLst/>
          </a:prstGeom>
        </p:spPr>
      </p:pic>
      <p:pic>
        <p:nvPicPr>
          <p:cNvPr id="2" name="しがつ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25562" y="4292028"/>
            <a:ext cx="457200" cy="457200"/>
          </a:xfrm>
          <a:prstGeom prst="rect">
            <a:avLst/>
          </a:prstGeom>
        </p:spPr>
      </p:pic>
      <p:pic>
        <p:nvPicPr>
          <p:cNvPr id="3" name="480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11499" y="2708958"/>
            <a:ext cx="457200" cy="457200"/>
          </a:xfrm>
          <a:prstGeom prst="rect">
            <a:avLst/>
          </a:prstGeom>
        </p:spPr>
      </p:pic>
      <p:pic>
        <p:nvPicPr>
          <p:cNvPr id="4" name="7290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31975" y="3495004"/>
            <a:ext cx="457200" cy="457200"/>
          </a:xfrm>
          <a:prstGeom prst="rect">
            <a:avLst/>
          </a:prstGeom>
        </p:spPr>
      </p:pic>
      <p:pic>
        <p:nvPicPr>
          <p:cNvPr id="5" name="2497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18272" y="1805796"/>
            <a:ext cx="457200" cy="457200"/>
          </a:xfrm>
          <a:prstGeom prst="rect">
            <a:avLst/>
          </a:prstGeom>
        </p:spPr>
      </p:pic>
      <p:pic>
        <p:nvPicPr>
          <p:cNvPr id="6" name="29880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25562" y="2630065"/>
            <a:ext cx="457200" cy="457200"/>
          </a:xfrm>
          <a:prstGeom prst="rect">
            <a:avLst/>
          </a:prstGeom>
        </p:spPr>
      </p:pic>
      <p:pic>
        <p:nvPicPr>
          <p:cNvPr id="7" name="15582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06248" y="6066755"/>
            <a:ext cx="457200" cy="457200"/>
          </a:xfrm>
          <a:prstGeom prst="rect">
            <a:avLst/>
          </a:prstGeom>
        </p:spPr>
      </p:pic>
      <p:pic>
        <p:nvPicPr>
          <p:cNvPr id="8" name="15260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41915" y="6066755"/>
            <a:ext cx="457200" cy="457200"/>
          </a:xfrm>
          <a:prstGeom prst="rect">
            <a:avLst/>
          </a:prstGeom>
        </p:spPr>
      </p:pic>
      <p:pic>
        <p:nvPicPr>
          <p:cNvPr id="9" name="1160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01366" y="5233543"/>
            <a:ext cx="457200" cy="457200"/>
          </a:xfrm>
          <a:prstGeom prst="rect">
            <a:avLst/>
          </a:prstGeom>
        </p:spPr>
      </p:pic>
      <p:pic>
        <p:nvPicPr>
          <p:cNvPr id="10" name="9586">
            <a:hlinkClick r:id="" action="ppaction://media"/>
          </p:cNvPr>
          <p:cNvPicPr>
            <a:picLocks noChangeAspect="1"/>
          </p:cNvPicPr>
          <p:nvPr>
            <a:audi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01366" y="4415081"/>
            <a:ext cx="457200" cy="457200"/>
          </a:xfrm>
          <a:prstGeom prst="rect">
            <a:avLst/>
          </a:prstGeom>
        </p:spPr>
      </p:pic>
      <p:pic>
        <p:nvPicPr>
          <p:cNvPr id="11" name="228464 (1)">
            <a:hlinkClick r:id="" action="ppaction://media"/>
          </p:cNvPr>
          <p:cNvPicPr>
            <a:picLocks noChangeAspect="1"/>
          </p:cNvPicPr>
          <p:nvPr>
            <a:audioFile r:link="rId26"/>
            <p:extLst>
              <p:ext uri="{DAA4B4D4-6D71-4841-9C94-3DE7FCFB9230}">
                <p14:media xmlns:p14="http://schemas.microsoft.com/office/powerpoint/2010/main" r:embed="rId25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01366" y="3544688"/>
            <a:ext cx="457200" cy="457200"/>
          </a:xfrm>
          <a:prstGeom prst="rect">
            <a:avLst/>
          </a:prstGeom>
        </p:spPr>
      </p:pic>
      <p:pic>
        <p:nvPicPr>
          <p:cNvPr id="88" name="thang 9">
            <a:hlinkClick r:id="" action="ppaction://media"/>
          </p:cNvPr>
          <p:cNvPicPr>
            <a:picLocks noChangeAspect="1"/>
          </p:cNvPicPr>
          <p:nvPr>
            <a:audioFile r:link="rId28"/>
            <p:extLst>
              <p:ext uri="{DAA4B4D4-6D71-4841-9C94-3DE7FCFB9230}">
                <p14:media xmlns:p14="http://schemas.microsoft.com/office/powerpoint/2010/main" r:embed="rId2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2706248" y="5209717"/>
            <a:ext cx="457200" cy="457200"/>
          </a:xfrm>
          <a:prstGeom prst="rect">
            <a:avLst/>
          </a:prstGeom>
        </p:spPr>
      </p:pic>
      <p:pic>
        <p:nvPicPr>
          <p:cNvPr id="89" name="tuoi 10">
            <a:hlinkClick r:id="" action="ppaction://media"/>
          </p:cNvPr>
          <p:cNvPicPr>
            <a:picLocks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77566" y="165625"/>
            <a:ext cx="457200" cy="457200"/>
          </a:xfrm>
          <a:prstGeom prst="rect">
            <a:avLst/>
          </a:prstGeom>
        </p:spPr>
      </p:pic>
      <p:pic>
        <p:nvPicPr>
          <p:cNvPr id="12" name="NANIWO">
            <a:hlinkClick r:id="" action="ppaction://media"/>
          </p:cNvPr>
          <p:cNvPicPr>
            <a:picLocks noChangeAspect="1"/>
          </p:cNvPicPr>
          <p:nvPr>
            <a:audioFile r:link="rId32"/>
            <p:extLst>
              <p:ext uri="{DAA4B4D4-6D71-4841-9C94-3DE7FCFB9230}">
                <p14:media xmlns:p14="http://schemas.microsoft.com/office/powerpoint/2010/main" r:embed="rId31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5341915" y="188100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7" dur="966" fill="hold"/>
                                        <p:tgtEl>
                                          <p:spTgt spid="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audio>
              <p:cMediaNode vol="80000">
                <p:cTn id="1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3"/>
                </p:tgtEl>
              </p:cMediaNode>
            </p:audio>
            <p:audio>
              <p:cMediaNode vol="80000">
                <p:cTn id="1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audio>
              <p:cMediaNode vol="80000">
                <p:cTn id="1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5" dur="11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1" dur="9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7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3" dur="75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9" dur="7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5" dur="86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2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1" dur="125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2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7" dur="120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2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3" dur="62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2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9" dur="9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2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2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  <p:audio>
              <p:cMediaNode vol="80000">
                <p:cTn id="2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9"/>
                </p:tgtEl>
              </p:cMediaNode>
            </p:audio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7" dur="41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2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35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5630623" y="4413504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THỔ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5630623" y="5269992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GIỜ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5630623" y="6126480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7838639" y="4413504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GÌ?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7838639" y="5269992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7838639" y="6126480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NĂM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ound Same Side Corner Rectangle 15">
            <a:extLst>
              <a:ext uri="{FF2B5EF4-FFF2-40B4-BE49-F238E27FC236}">
                <a16:creationId xmlns:a16="http://schemas.microsoft.com/office/drawing/2014/main" id="{FBB5868D-7435-4EFC-8788-F81D19BC7A7B}"/>
              </a:ext>
            </a:extLst>
          </p:cNvPr>
          <p:cNvSpPr/>
          <p:nvPr/>
        </p:nvSpPr>
        <p:spPr>
          <a:xfrm>
            <a:off x="0" y="0"/>
            <a:ext cx="1219200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CHỮ ĐƠN 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298912" y="4413504"/>
            <a:ext cx="2849729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THÁNG, MẶT TRĂNG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298912" y="5269992"/>
            <a:ext cx="2849729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NGÀY, MẶT TRỜI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298912" y="6126480"/>
            <a:ext cx="2849729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KIM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3335064" y="4413504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MỘC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3335064" y="5269992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THỦY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3335064" y="6126480"/>
            <a:ext cx="1937782" cy="7315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HỎA 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月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日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金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木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土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火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水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曜日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年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何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時</a:t>
            </a:r>
            <a:endParaRPr lang="en-US" sz="41300" b="1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719770" y="1133229"/>
            <a:ext cx="7821706" cy="25939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 dirty="0" smtClean="0">
                <a:ea typeface="Kozuka Mincho Pr6N EL" panose="02020200000000000000" pitchFamily="18" charset="-128"/>
              </a:rPr>
              <a:t>分</a:t>
            </a:r>
            <a:endParaRPr lang="en-US" sz="413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0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1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5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Same Side Corner Rectangle 15">
            <a:extLst>
              <a:ext uri="{FF2B5EF4-FFF2-40B4-BE49-F238E27FC236}">
                <a16:creationId xmlns:a16="http://schemas.microsoft.com/office/drawing/2014/main" id="{FBB5868D-7435-4EFC-8788-F81D19BC7A7B}"/>
              </a:ext>
            </a:extLst>
          </p:cNvPr>
          <p:cNvSpPr/>
          <p:nvPr/>
        </p:nvSpPr>
        <p:spPr>
          <a:xfrm>
            <a:off x="0" y="0"/>
            <a:ext cx="12192000" cy="4468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CHỮ GHÉP 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-12442" y="3428192"/>
            <a:ext cx="1654630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MẤY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-12442" y="4135390"/>
            <a:ext cx="1654630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</a:t>
            </a:r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-12442" y="4842588"/>
            <a:ext cx="1654630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</a:t>
            </a:r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-12442" y="5549786"/>
            <a:ext cx="1654630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</a:t>
            </a:r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-12442" y="6256984"/>
            <a:ext cx="1654630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5</a:t>
            </a:r>
          </a:p>
        </p:txBody>
      </p:sp>
      <p:sp>
        <p:nvSpPr>
          <p:cNvPr id="74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1809258" y="3428192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6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1809258" y="4135390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7</a:t>
            </a:r>
          </a:p>
        </p:txBody>
      </p:sp>
      <p:sp>
        <p:nvSpPr>
          <p:cNvPr id="76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1809258" y="4842588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CHỦ NHẬT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1809258" y="5549786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GÌ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1809258" y="6256984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MẤY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4109342" y="3428192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LỬA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4109342" y="4135390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NƯỚC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4109342" y="4842588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MỘT NĂM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4109342" y="5549786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4109342" y="6256984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NĂM NÀO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6409426" y="5549786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GIỜ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5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6409426" y="6256984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TUỔI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8709510" y="5549786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PHÚT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8709510" y="6256984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 MẤY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6409426" y="3428192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CÂY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6409426" y="4135390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TIỀN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6409426" y="4842588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GIỜ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8709510" y="3428192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 GIỜ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8709510" y="4135390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PHÚT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XXXX">
            <a:extLst>
              <a:ext uri="{FF2B5EF4-FFF2-40B4-BE49-F238E27FC236}">
                <a16:creationId xmlns:a16="http://schemas.microsoft.com/office/drawing/2014/main" id="{C05053DF-7236-4724-BC56-DA4F37C5B16A}"/>
              </a:ext>
            </a:extLst>
          </p:cNvPr>
          <p:cNvSpPr/>
          <p:nvPr/>
        </p:nvSpPr>
        <p:spPr>
          <a:xfrm>
            <a:off x="8709510" y="4842588"/>
            <a:ext cx="2133014" cy="6010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 PHÚT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何月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火曜日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木曜日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土曜日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火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ea typeface="Kozuka Mincho Pr6N EL" panose="02020200000000000000" pitchFamily="18" charset="-128"/>
              </a:rPr>
              <a:t>一年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何年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お金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何時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九時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四時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何才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十分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月曜日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ea typeface="Kozuka Mincho Pr6N EL" panose="02020200000000000000" pitchFamily="18" charset="-128"/>
              </a:rPr>
              <a:t>水曜日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金曜日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日曜日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何曜日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水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年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木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四時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何才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お金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何時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五分</a:t>
            </a:r>
            <a:endParaRPr lang="en-US" sz="13800" b="1" dirty="0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13136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何分</a:t>
            </a:r>
            <a:endParaRPr lang="en-US" sz="13800" b="1" dirty="0">
              <a:solidFill>
                <a:schemeClr val="bg1"/>
              </a:solidFill>
            </a:endParaRPr>
          </a:p>
        </p:txBody>
      </p:sp>
      <p:pic>
        <p:nvPicPr>
          <p:cNvPr id="147" name="なんにち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0537724" y="6256984"/>
            <a:ext cx="609600" cy="609600"/>
          </a:xfrm>
          <a:prstGeom prst="rect">
            <a:avLst/>
          </a:prstGeom>
        </p:spPr>
      </p:pic>
      <p:pic>
        <p:nvPicPr>
          <p:cNvPr id="157" name="480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8343810" y="4200319"/>
            <a:ext cx="457200" cy="457200"/>
          </a:xfrm>
          <a:prstGeom prst="rect">
            <a:avLst/>
          </a:prstGeom>
        </p:spPr>
      </p:pic>
      <p:pic>
        <p:nvPicPr>
          <p:cNvPr id="158" name="1526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6027051" y="5639326"/>
            <a:ext cx="457200" cy="457200"/>
          </a:xfrm>
          <a:prstGeom prst="rect">
            <a:avLst/>
          </a:prstGeom>
        </p:spPr>
      </p:pic>
      <p:pic>
        <p:nvPicPr>
          <p:cNvPr id="159" name="1160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6027051" y="4260389"/>
            <a:ext cx="457200" cy="457200"/>
          </a:xfrm>
          <a:prstGeom prst="rect">
            <a:avLst/>
          </a:prstGeom>
        </p:spPr>
      </p:pic>
      <p:pic>
        <p:nvPicPr>
          <p:cNvPr id="160" name="9586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8302535" y="3554535"/>
            <a:ext cx="457200" cy="457200"/>
          </a:xfrm>
          <a:prstGeom prst="rect">
            <a:avLst/>
          </a:prstGeom>
        </p:spPr>
      </p:pic>
      <p:pic>
        <p:nvPicPr>
          <p:cNvPr id="161" name="228464 (1)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6002451" y="3531044"/>
            <a:ext cx="457200" cy="457200"/>
          </a:xfrm>
          <a:prstGeom prst="rect">
            <a:avLst/>
          </a:prstGeom>
        </p:spPr>
      </p:pic>
      <p:pic>
        <p:nvPicPr>
          <p:cNvPr id="163" name="NANIWO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3752591" y="5639326"/>
            <a:ext cx="457200" cy="457200"/>
          </a:xfrm>
          <a:prstGeom prst="rect">
            <a:avLst/>
          </a:prstGeom>
        </p:spPr>
      </p:pic>
      <p:pic>
        <p:nvPicPr>
          <p:cNvPr id="165" name="7232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0608510" y="4968279"/>
            <a:ext cx="457200" cy="457200"/>
          </a:xfrm>
          <a:prstGeom prst="rect">
            <a:avLst/>
          </a:prstGeom>
        </p:spPr>
      </p:pic>
      <p:pic>
        <p:nvPicPr>
          <p:cNvPr id="167" name="7290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3720329" y="6328892"/>
            <a:ext cx="457200" cy="457200"/>
          </a:xfrm>
          <a:prstGeom prst="rect">
            <a:avLst/>
          </a:prstGeom>
        </p:spPr>
      </p:pic>
      <p:pic>
        <p:nvPicPr>
          <p:cNvPr id="168" name="24976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6013453" y="4969295"/>
            <a:ext cx="457200" cy="457200"/>
          </a:xfrm>
          <a:prstGeom prst="rect">
            <a:avLst/>
          </a:prstGeom>
        </p:spPr>
      </p:pic>
      <p:pic>
        <p:nvPicPr>
          <p:cNvPr id="169" name="29880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5994995" y="6400800"/>
            <a:ext cx="457200" cy="457200"/>
          </a:xfrm>
          <a:prstGeom prst="rect">
            <a:avLst/>
          </a:prstGeom>
        </p:spPr>
      </p:pic>
      <p:pic>
        <p:nvPicPr>
          <p:cNvPr id="170" name="15582">
            <a:hlinkClick r:id="" action="ppaction://media"/>
          </p:cNvPr>
          <p:cNvPicPr>
            <a:picLocks noChangeAspect="1"/>
          </p:cNvPicPr>
          <p:nvPr>
            <a:audi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8313840" y="6373199"/>
            <a:ext cx="457200" cy="457200"/>
          </a:xfrm>
          <a:prstGeom prst="rect">
            <a:avLst/>
          </a:prstGeom>
        </p:spPr>
      </p:pic>
      <p:pic>
        <p:nvPicPr>
          <p:cNvPr id="172" name="460.mp3">
            <a:hlinkClick r:id="" action="ppaction://media"/>
          </p:cNvPr>
          <p:cNvPicPr>
            <a:picLocks noChangeAspect="1"/>
          </p:cNvPicPr>
          <p:nvPr>
            <a:audioFile r:link="rId26"/>
            <p:extLst>
              <p:ext uri="{DAA4B4D4-6D71-4841-9C94-3DE7FCFB9230}">
                <p14:media xmlns:p14="http://schemas.microsoft.com/office/powerpoint/2010/main" r:embed="rId25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429601" y="4200319"/>
            <a:ext cx="471157" cy="471157"/>
          </a:xfrm>
          <a:prstGeom prst="rect">
            <a:avLst/>
          </a:prstGeom>
        </p:spPr>
      </p:pic>
      <p:pic>
        <p:nvPicPr>
          <p:cNvPr id="173" name="462.mp3">
            <a:hlinkClick r:id="" action="ppaction://media"/>
          </p:cNvPr>
          <p:cNvPicPr>
            <a:picLocks noChangeAspect="1"/>
          </p:cNvPicPr>
          <p:nvPr>
            <a:audioFile r:link="rId28"/>
            <p:extLst>
              <p:ext uri="{DAA4B4D4-6D71-4841-9C94-3DE7FCFB9230}">
                <p14:media xmlns:p14="http://schemas.microsoft.com/office/powerpoint/2010/main" r:embed="rId27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407854" y="5614715"/>
            <a:ext cx="471157" cy="471157"/>
          </a:xfrm>
          <a:prstGeom prst="rect">
            <a:avLst/>
          </a:prstGeom>
        </p:spPr>
      </p:pic>
      <p:pic>
        <p:nvPicPr>
          <p:cNvPr id="174" name="461.mp3 (1)">
            <a:hlinkClick r:id="" action="ppaction://media"/>
          </p:cNvPr>
          <p:cNvPicPr>
            <a:picLocks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401085" y="4907517"/>
            <a:ext cx="471157" cy="471157"/>
          </a:xfrm>
          <a:prstGeom prst="rect">
            <a:avLst/>
          </a:prstGeom>
        </p:spPr>
      </p:pic>
      <p:pic>
        <p:nvPicPr>
          <p:cNvPr id="175" name="にちようび">
            <a:hlinkClick r:id="" action="ppaction://media"/>
          </p:cNvPr>
          <p:cNvPicPr>
            <a:picLocks noChangeAspect="1"/>
          </p:cNvPicPr>
          <p:nvPr>
            <a:audioFile r:link="rId32"/>
            <p:extLst>
              <p:ext uri="{DAA4B4D4-6D71-4841-9C94-3DE7FCFB9230}">
                <p14:media xmlns:p14="http://schemas.microsoft.com/office/powerpoint/2010/main" r:embed="rId31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3713666" y="4914496"/>
            <a:ext cx="496125" cy="496125"/>
          </a:xfrm>
          <a:prstGeom prst="rect">
            <a:avLst/>
          </a:prstGeom>
        </p:spPr>
      </p:pic>
      <p:pic>
        <p:nvPicPr>
          <p:cNvPr id="176" name="463.mp3">
            <a:hlinkClick r:id="" action="ppaction://media"/>
          </p:cNvPr>
          <p:cNvPicPr>
            <a:picLocks noChangeAspect="1"/>
          </p:cNvPicPr>
          <p:nvPr>
            <a:audioFile r:link="rId34"/>
            <p:extLst>
              <p:ext uri="{DAA4B4D4-6D71-4841-9C94-3DE7FCFB9230}">
                <p14:media xmlns:p14="http://schemas.microsoft.com/office/powerpoint/2010/main" r:embed="rId33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428475" y="6386843"/>
            <a:ext cx="429913" cy="429913"/>
          </a:xfrm>
          <a:prstGeom prst="rect">
            <a:avLst/>
          </a:prstGeom>
        </p:spPr>
      </p:pic>
      <p:pic>
        <p:nvPicPr>
          <p:cNvPr id="177" name="464.mp3">
            <a:hlinkClick r:id="" action="ppaction://media"/>
          </p:cNvPr>
          <p:cNvPicPr>
            <a:picLocks noChangeAspect="1"/>
          </p:cNvPicPr>
          <p:nvPr>
            <a:audioFile r:link="rId36"/>
            <p:extLst>
              <p:ext uri="{DAA4B4D4-6D71-4841-9C94-3DE7FCFB9230}">
                <p14:media xmlns:p14="http://schemas.microsoft.com/office/powerpoint/2010/main" r:embed="rId35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3727315" y="3544688"/>
            <a:ext cx="429913" cy="429913"/>
          </a:xfrm>
          <a:prstGeom prst="rect">
            <a:avLst/>
          </a:prstGeom>
        </p:spPr>
      </p:pic>
      <p:pic>
        <p:nvPicPr>
          <p:cNvPr id="178" name="465.mp3">
            <a:hlinkClick r:id="" action="ppaction://media"/>
          </p:cNvPr>
          <p:cNvPicPr>
            <a:picLocks noChangeAspect="1"/>
          </p:cNvPicPr>
          <p:nvPr>
            <a:audioFile r:link="rId38"/>
            <p:extLst>
              <p:ext uri="{DAA4B4D4-6D71-4841-9C94-3DE7FCFB9230}">
                <p14:media xmlns:p14="http://schemas.microsoft.com/office/powerpoint/2010/main" r:embed="rId37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3741317" y="4291242"/>
            <a:ext cx="429913" cy="429913"/>
          </a:xfrm>
          <a:prstGeom prst="rect">
            <a:avLst/>
          </a:prstGeom>
        </p:spPr>
      </p:pic>
      <p:pic>
        <p:nvPicPr>
          <p:cNvPr id="179" name="何曜日">
            <a:hlinkClick r:id="" action="ppaction://media"/>
          </p:cNvPr>
          <p:cNvPicPr>
            <a:picLocks noChangeAspect="1"/>
          </p:cNvPicPr>
          <p:nvPr>
            <a:audioFile r:link="rId40"/>
            <p:extLst>
              <p:ext uri="{DAA4B4D4-6D71-4841-9C94-3DE7FCFB9230}">
                <p14:media xmlns:p14="http://schemas.microsoft.com/office/powerpoint/2010/main" r:embed="rId39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414157" y="3516435"/>
            <a:ext cx="533400" cy="533400"/>
          </a:xfrm>
          <a:prstGeom prst="rect">
            <a:avLst/>
          </a:prstGeom>
        </p:spPr>
      </p:pic>
      <p:pic>
        <p:nvPicPr>
          <p:cNvPr id="181" name="4H">
            <a:hlinkClick r:id="" action="ppaction://media"/>
          </p:cNvPr>
          <p:cNvPicPr>
            <a:picLocks noChangeAspect="1"/>
          </p:cNvPicPr>
          <p:nvPr>
            <a:audioFile r:link="rId42"/>
            <p:extLst>
              <p:ext uri="{DAA4B4D4-6D71-4841-9C94-3DE7FCFB9230}">
                <p14:media xmlns:p14="http://schemas.microsoft.com/office/powerpoint/2010/main" r:embed="rId41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8313840" y="4953939"/>
            <a:ext cx="457200" cy="457200"/>
          </a:xfrm>
          <a:prstGeom prst="rect">
            <a:avLst/>
          </a:prstGeom>
        </p:spPr>
      </p:pic>
      <p:pic>
        <p:nvPicPr>
          <p:cNvPr id="182" name="count-ji-9.mp3">
            <a:hlinkClick r:id="" action="ppaction://media"/>
          </p:cNvPr>
          <p:cNvPicPr>
            <a:picLocks noChangeAspect="1"/>
          </p:cNvPicPr>
          <p:nvPr>
            <a:audioFile r:link="rId44"/>
            <p:extLst>
              <p:ext uri="{DAA4B4D4-6D71-4841-9C94-3DE7FCFB9230}">
                <p14:media xmlns:p14="http://schemas.microsoft.com/office/powerpoint/2010/main" r:embed="rId43"/>
              </p:ext>
            </p:extLst>
          </p:nvPr>
        </p:nvPicPr>
        <p:blipFill>
          <a:blip r:embed="rId51"/>
          <a:stretch>
            <a:fillRect/>
          </a:stretch>
        </p:blipFill>
        <p:spPr>
          <a:xfrm rot="10800000" flipH="1">
            <a:off x="10626493" y="3531044"/>
            <a:ext cx="457200" cy="457200"/>
          </a:xfrm>
          <a:prstGeom prst="rect">
            <a:avLst/>
          </a:prstGeom>
        </p:spPr>
      </p:pic>
      <p:pic>
        <p:nvPicPr>
          <p:cNvPr id="183" name="MAY H">
            <a:hlinkClick r:id="" action="ppaction://media"/>
          </p:cNvPr>
          <p:cNvPicPr>
            <a:picLocks noChangeAspect="1"/>
          </p:cNvPicPr>
          <p:nvPr>
            <a:audioFile r:link="rId46"/>
            <p:extLst>
              <p:ext uri="{DAA4B4D4-6D71-4841-9C94-3DE7FCFB9230}">
                <p14:media xmlns:p14="http://schemas.microsoft.com/office/powerpoint/2010/main" r:embed="rId45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8313840" y="5699977"/>
            <a:ext cx="457200" cy="457200"/>
          </a:xfrm>
          <a:prstGeom prst="rect">
            <a:avLst/>
          </a:prstGeom>
        </p:spPr>
      </p:pic>
      <p:pic>
        <p:nvPicPr>
          <p:cNvPr id="187" name="6903">
            <a:hlinkClick r:id="" action="ppaction://media"/>
          </p:cNvPr>
          <p:cNvPicPr>
            <a:picLocks noChangeAspect="1"/>
          </p:cNvPicPr>
          <p:nvPr>
            <a:audioFile r:link="rId48"/>
            <p:extLst>
              <p:ext uri="{DAA4B4D4-6D71-4841-9C94-3DE7FCFB9230}">
                <p14:media xmlns:p14="http://schemas.microsoft.com/office/powerpoint/2010/main" r:embed="rId47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10632561" y="5696790"/>
            <a:ext cx="457200" cy="457200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4FBEF157-97CF-43C5-81FC-0276F09DDB9B}"/>
              </a:ext>
            </a:extLst>
          </p:cNvPr>
          <p:cNvSpPr/>
          <p:nvPr/>
        </p:nvSpPr>
        <p:spPr>
          <a:xfrm>
            <a:off x="1420225" y="1029369"/>
            <a:ext cx="9796662" cy="18852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3800" dirty="0" smtClean="0">
                <a:ea typeface="Kozuka Mincho Pr6N EL" panose="02020200000000000000" pitchFamily="18" charset="-128"/>
              </a:rPr>
              <a:t>土</a:t>
            </a:r>
            <a:endParaRPr lang="en-US" sz="13800" b="1" dirty="0">
              <a:solidFill>
                <a:schemeClr val="bg1"/>
              </a:solidFill>
            </a:endParaRPr>
          </a:p>
        </p:txBody>
      </p:sp>
      <p:pic>
        <p:nvPicPr>
          <p:cNvPr id="99" name="461.mp3 (1)">
            <a:hlinkClick r:id="" action="ppaction://media"/>
          </p:cNvPr>
          <p:cNvPicPr>
            <a:picLocks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51"/>
          <a:stretch>
            <a:fillRect/>
          </a:stretch>
        </p:blipFill>
        <p:spPr>
          <a:xfrm>
            <a:off x="2742981" y="986586"/>
            <a:ext cx="471157" cy="4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8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5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2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9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6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3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0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4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1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8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5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2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9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56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3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0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7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84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1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8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9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05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2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9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26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2" dur="1070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audio>
              <p:cMediaNode vol="80000">
                <p:cTn id="3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7"/>
                </p:tgtEl>
              </p:cMediaNode>
            </p:audio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8" dur="940" fill="hold"/>
                                        <p:tgtEl>
                                          <p:spTgt spid="1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3" dur="1253" fill="hold"/>
                                        <p:tgtEl>
                                          <p:spTgt spid="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8" dur="1201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3" dur="626" fill="hold"/>
                                        <p:tgtEl>
                                          <p:spTgt spid="1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354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5" fill="hold">
                      <p:stCondLst>
                        <p:cond delay="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8" dur="940" fill="hold"/>
                                        <p:tgtEl>
                                          <p:spTgt spid="1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3" dur="417" fill="hold"/>
                                        <p:tgtEl>
                                          <p:spTgt spid="1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audio>
              <p:cMediaNode vol="80000">
                <p:cTn id="3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7"/>
                </p:tgtEl>
              </p:cMediaNode>
            </p:audio>
            <p:audio>
              <p:cMediaNode vol="80000">
                <p:cTn id="3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8"/>
                </p:tgtEl>
              </p:cMediaNode>
            </p:audio>
            <p:audio>
              <p:cMediaNode vol="80000">
                <p:cTn id="3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9"/>
                </p:tgtEl>
              </p:cMediaNode>
            </p:audio>
            <p:audio>
              <p:cMediaNode vol="80000">
                <p:cTn id="3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0"/>
                </p:tgtEl>
              </p:cMediaNode>
            </p:audio>
            <p:audio>
              <p:cMediaNode vol="80000">
                <p:cTn id="3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1"/>
                </p:tgtEl>
              </p:cMediaNode>
            </p:audio>
            <p:audio>
              <p:cMediaNode vol="80000">
                <p:cTn id="3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3"/>
                </p:tgtEl>
              </p:cMediaNode>
            </p:audio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4" dur="966" fill="hold"/>
                                        <p:tgtEl>
                                          <p:spTgt spid="1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7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9" dur="757" fill="hold"/>
                                        <p:tgtEl>
                                          <p:spTgt spid="1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4" dur="705" fill="hold"/>
                                        <p:tgtEl>
                                          <p:spTgt spid="1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9" dur="862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  <p:audio>
              <p:cMediaNode vol="80000">
                <p:cTn id="39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5"/>
                </p:tgtEl>
              </p:cMediaNode>
            </p:audio>
            <p:audio>
              <p:cMediaNode vol="80000">
                <p:cTn id="3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7"/>
                </p:tgtEl>
              </p:cMediaNode>
            </p:audio>
            <p:audio>
              <p:cMediaNode vol="80000">
                <p:cTn id="3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8"/>
                </p:tgtEl>
              </p:cMediaNode>
            </p:audio>
            <p:audio>
              <p:cMediaNode vol="80000">
                <p:cTn id="39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9"/>
                </p:tgtEl>
              </p:cMediaNode>
            </p:audio>
            <p:audio>
              <p:cMediaNode vol="80000">
                <p:cTn id="3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0"/>
                </p:tgtEl>
              </p:cMediaNode>
            </p:audio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9" dur="1645" fill="hold"/>
                                        <p:tgtEl>
                                          <p:spTgt spid="1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audio>
              <p:cMediaNode vol="80000">
                <p:cTn id="4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2"/>
                </p:tgtEl>
              </p:cMediaNode>
            </p:audio>
            <p:audio>
              <p:cMediaNode vol="80000">
                <p:cTn id="4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3"/>
                </p:tgtEl>
              </p:cMediaNode>
            </p:audio>
            <p:audio>
              <p:cMediaNode vol="80000">
                <p:cTn id="40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4"/>
                </p:tgtEl>
              </p:cMediaNode>
            </p:audio>
            <p:audio>
              <p:cMediaNode vol="80000">
                <p:cTn id="40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5"/>
                </p:tgtEl>
              </p:cMediaNode>
            </p:audio>
            <p:audio>
              <p:cMediaNode vol="80000">
                <p:cTn id="40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6"/>
                </p:tgtEl>
              </p:cMediaNode>
            </p:audio>
            <p:audio>
              <p:cMediaNode vol="80000">
                <p:cTn id="40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7"/>
                </p:tgtEl>
              </p:cMediaNode>
            </p:audio>
            <p:audio>
              <p:cMediaNode vol="80000">
                <p:cTn id="4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8"/>
                </p:tgtEl>
              </p:cMediaNode>
            </p:audio>
            <p:audio>
              <p:cMediaNode vol="80000">
                <p:cTn id="40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9"/>
                </p:tgtEl>
              </p:cMediaNode>
            </p:audio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2" dur="940" fill="hold"/>
                                        <p:tgtEl>
                                          <p:spTgt spid="1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audio>
              <p:cMediaNode vol="80000">
                <p:cTn id="4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1"/>
                </p:tgtEl>
              </p:cMediaNode>
            </p:audio>
            <p:audio>
              <p:cMediaNode vol="80000">
                <p:cTn id="4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2"/>
                </p:tgtEl>
              </p:cMediaNode>
            </p:audio>
            <p:audio>
              <p:cMediaNode vol="80000">
                <p:cTn id="4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3"/>
                </p:tgtEl>
              </p:cMediaNode>
            </p:audio>
            <p:audio>
              <p:cMediaNode vol="80000">
                <p:cTn id="4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7"/>
                </p:tgtEl>
              </p:cMediaNode>
            </p:audio>
            <p:audio>
              <p:cMediaNode vol="80000">
                <p:cTn id="4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9"/>
                </p:tgtEl>
              </p:cMediaNode>
            </p:audio>
          </p:childTnLst>
        </p:cTn>
      </p:par>
    </p:tnLst>
    <p:bldLst>
      <p:bldP spid="104" grpId="0" animBg="1"/>
      <p:bldP spid="106" grpId="0" animBg="1"/>
      <p:bldP spid="108" grpId="0" animBg="1"/>
      <p:bldP spid="110" grpId="0" animBg="1"/>
      <p:bldP spid="112" grpId="0" animBg="1"/>
      <p:bldP spid="114" grpId="0" animBg="1"/>
      <p:bldP spid="116" grpId="0" animBg="1"/>
      <p:bldP spid="118" grpId="0" animBg="1"/>
      <p:bldP spid="120" grpId="0" animBg="1"/>
      <p:bldP spid="122" grpId="0" animBg="1"/>
      <p:bldP spid="124" grpId="0" animBg="1"/>
      <p:bldP spid="126" grpId="0" animBg="1"/>
      <p:bldP spid="128" grpId="0" animBg="1"/>
      <p:bldP spid="130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8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2" y="541365"/>
            <a:ext cx="1750281" cy="17217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BA5C4A-C0D3-B24A-AA78-7622789187FA}"/>
              </a:ext>
            </a:extLst>
          </p:cNvPr>
          <p:cNvSpPr/>
          <p:nvPr/>
        </p:nvSpPr>
        <p:spPr>
          <a:xfrm>
            <a:off x="0" y="3075417"/>
            <a:ext cx="4882506" cy="883249"/>
          </a:xfrm>
          <a:prstGeom prst="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32255F-831B-884D-B74B-93AE66592169}"/>
              </a:ext>
            </a:extLst>
          </p:cNvPr>
          <p:cNvSpPr/>
          <p:nvPr/>
        </p:nvSpPr>
        <p:spPr>
          <a:xfrm>
            <a:off x="3185607" y="3071585"/>
            <a:ext cx="3349243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GÌ?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073" y="537532"/>
            <a:ext cx="6033868" cy="88231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2CD8EE-85CD-D044-8D8D-44024FC54F48}"/>
              </a:ext>
            </a:extLst>
          </p:cNvPr>
          <p:cNvSpPr/>
          <p:nvPr/>
        </p:nvSpPr>
        <p:spPr>
          <a:xfrm>
            <a:off x="1885950" y="1482611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B3EECB6-5BB6-0645-8A7B-B16AF6D35AC1}"/>
              </a:ext>
            </a:extLst>
          </p:cNvPr>
          <p:cNvSpPr/>
          <p:nvPr/>
        </p:nvSpPr>
        <p:spPr>
          <a:xfrm>
            <a:off x="5071558" y="1485191"/>
            <a:ext cx="2768756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HÀ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521" y="215094"/>
            <a:ext cx="3245271" cy="15271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908B48-DCF3-B94F-8404-431D2A076B3A}"/>
              </a:ext>
            </a:extLst>
          </p:cNvPr>
          <p:cNvSpPr/>
          <p:nvPr/>
        </p:nvSpPr>
        <p:spPr>
          <a:xfrm>
            <a:off x="0" y="4040217"/>
            <a:ext cx="4882506" cy="876759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D51F2A2-792F-9D40-8CC2-A5D258C17EF0}"/>
              </a:ext>
            </a:extLst>
          </p:cNvPr>
          <p:cNvSpPr/>
          <p:nvPr/>
        </p:nvSpPr>
        <p:spPr>
          <a:xfrm>
            <a:off x="3185607" y="4040217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なん｜なに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BB2E5A-E5AC-5A4E-A7C6-D04F3C6DF596}"/>
              </a:ext>
            </a:extLst>
          </p:cNvPr>
          <p:cNvSpPr/>
          <p:nvPr/>
        </p:nvSpPr>
        <p:spPr>
          <a:xfrm>
            <a:off x="7856675" y="4040217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GÌ ?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96C78D-8569-9C4C-BDFE-1F65F08BE857}"/>
              </a:ext>
            </a:extLst>
          </p:cNvPr>
          <p:cNvSpPr/>
          <p:nvPr/>
        </p:nvSpPr>
        <p:spPr>
          <a:xfrm>
            <a:off x="0" y="5010729"/>
            <a:ext cx="4882506" cy="876759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何才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BF27FA-6B0C-CA43-B086-CA73EF12AB63}"/>
              </a:ext>
            </a:extLst>
          </p:cNvPr>
          <p:cNvSpPr/>
          <p:nvPr/>
        </p:nvSpPr>
        <p:spPr>
          <a:xfrm>
            <a:off x="3185607" y="5010729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さい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219601-7691-AC4D-AD01-3AB42ADBEDB4}"/>
              </a:ext>
            </a:extLst>
          </p:cNvPr>
          <p:cNvSpPr/>
          <p:nvPr/>
        </p:nvSpPr>
        <p:spPr>
          <a:xfrm>
            <a:off x="7883633" y="5010729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TUỔI?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96C78D-8569-9C4C-BDFE-1F65F08BE857}"/>
              </a:ext>
            </a:extLst>
          </p:cNvPr>
          <p:cNvSpPr/>
          <p:nvPr/>
        </p:nvSpPr>
        <p:spPr>
          <a:xfrm>
            <a:off x="0" y="5981241"/>
            <a:ext cx="4882506" cy="876759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 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BF27FA-6B0C-CA43-B086-CA73EF12AB63}"/>
              </a:ext>
            </a:extLst>
          </p:cNvPr>
          <p:cNvSpPr/>
          <p:nvPr/>
        </p:nvSpPr>
        <p:spPr>
          <a:xfrm>
            <a:off x="3185607" y="5981241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D219601-7691-AC4D-AD01-3AB42ADBEDB4}"/>
              </a:ext>
            </a:extLst>
          </p:cNvPr>
          <p:cNvSpPr/>
          <p:nvPr/>
        </p:nvSpPr>
        <p:spPr>
          <a:xfrm>
            <a:off x="7883633" y="5981241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MẤY?</a:t>
            </a:r>
          </a:p>
        </p:txBody>
      </p:sp>
      <p:pic>
        <p:nvPicPr>
          <p:cNvPr id="31" name="1558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57007" y="5220508"/>
            <a:ext cx="457200" cy="457200"/>
          </a:xfrm>
          <a:prstGeom prst="rect">
            <a:avLst/>
          </a:prstGeom>
        </p:spPr>
      </p:pic>
      <p:pic>
        <p:nvPicPr>
          <p:cNvPr id="32" name="何曜日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18907" y="615292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862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audio>
              <p:cMediaNode vol="8000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1645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audio>
              <p:cMediaNode vol="80000">
                <p:cTn id="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14" grpId="0" animBg="1"/>
      <p:bldP spid="15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273" y="564061"/>
            <a:ext cx="2254466" cy="2030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8397" y="569348"/>
            <a:ext cx="4315101" cy="10097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88397" y="1708388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4005" y="1710968"/>
            <a:ext cx="2915431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NGUYỆT</a:t>
            </a:r>
          </a:p>
        </p:txBody>
      </p:sp>
      <p:sp>
        <p:nvSpPr>
          <p:cNvPr id="6" name="Rectangle 5"/>
          <p:cNvSpPr/>
          <p:nvPr/>
        </p:nvSpPr>
        <p:spPr>
          <a:xfrm>
            <a:off x="-2273" y="2594217"/>
            <a:ext cx="4882506" cy="883249"/>
          </a:xfrm>
          <a:prstGeom prst="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3334" y="2594217"/>
            <a:ext cx="4357689" cy="89479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</a:t>
            </a:r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2273" y="3597749"/>
            <a:ext cx="4942044" cy="772644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一月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83334" y="3597749"/>
            <a:ext cx="5014914" cy="772644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いちがつ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48514" y="3597749"/>
            <a:ext cx="3502495" cy="772644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1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2273" y="5360509"/>
            <a:ext cx="4942044" cy="772644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三月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83334" y="5360509"/>
            <a:ext cx="5014914" cy="772644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さんがつ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48514" y="5360509"/>
            <a:ext cx="3502495" cy="772644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</a:t>
            </a:r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 Same Side Corner Rectangle 18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SỐ ĐẾM CƠ BẢN (TT)  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2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-2273" y="4479129"/>
            <a:ext cx="4942044" cy="772644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何月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83334" y="4479129"/>
            <a:ext cx="5014914" cy="772644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なんがつ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148514" y="4479129"/>
            <a:ext cx="3502495" cy="772644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MẤY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-2273" y="6241889"/>
            <a:ext cx="4942044" cy="772644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183334" y="6241889"/>
            <a:ext cx="5014914" cy="772644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げつようび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48514" y="6241889"/>
            <a:ext cx="3502495" cy="772644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2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いちがつ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083597" y="3729577"/>
            <a:ext cx="609600" cy="609600"/>
          </a:xfrm>
          <a:prstGeom prst="rect">
            <a:avLst/>
          </a:prstGeom>
        </p:spPr>
      </p:pic>
      <p:pic>
        <p:nvPicPr>
          <p:cNvPr id="3" name="にがつ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163949" y="4624373"/>
            <a:ext cx="609600" cy="609600"/>
          </a:xfrm>
          <a:prstGeom prst="rect">
            <a:avLst/>
          </a:prstGeom>
        </p:spPr>
      </p:pic>
      <p:pic>
        <p:nvPicPr>
          <p:cNvPr id="10" name="さんがつ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210114" y="5507622"/>
            <a:ext cx="609600" cy="609600"/>
          </a:xfrm>
          <a:prstGeom prst="rect">
            <a:avLst/>
          </a:prstGeom>
        </p:spPr>
      </p:pic>
      <p:pic>
        <p:nvPicPr>
          <p:cNvPr id="11" name="しがつ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252193" y="638492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0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" dur="12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3" dur="11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20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1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5" dur="112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1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7" grpId="0" animBg="1"/>
      <p:bldP spid="8" grpId="0" animBg="1"/>
      <p:bldP spid="6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794297"/>
            <a:ext cx="4882506" cy="883249"/>
          </a:xfrm>
          <a:prstGeom prst="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8311" y="2794298"/>
            <a:ext cx="5169335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 , MẶT TRỜI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759098"/>
            <a:ext cx="4882506" cy="73867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8311" y="3762931"/>
            <a:ext cx="5014914" cy="73867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つい</a:t>
            </a:r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たち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79379" y="3762931"/>
            <a:ext cx="3502495" cy="738676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MÙNG 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18293"/>
            <a:ext cx="2300438" cy="21572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350008" y="1828445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5616" y="1831025"/>
            <a:ext cx="2779054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86992"/>
            <a:ext cx="4882506" cy="73867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85607" y="4586992"/>
            <a:ext cx="5014914" cy="73867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にちようび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83633" y="4586992"/>
            <a:ext cx="3502495" cy="738676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CHỦ NHẬT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0438" y="598316"/>
            <a:ext cx="4610743" cy="1152686"/>
          </a:xfrm>
          <a:prstGeom prst="rect">
            <a:avLst/>
          </a:prstGeom>
        </p:spPr>
      </p:pic>
      <p:sp>
        <p:nvSpPr>
          <p:cNvPr id="14" name="Round Same Side Corner Rectangle 13"/>
          <p:cNvSpPr/>
          <p:nvPr/>
        </p:nvSpPr>
        <p:spPr>
          <a:xfrm>
            <a:off x="2074238" y="55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SỐ ĐẾM CƠ BẢN (TT)  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7403" y="55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2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3" y="5411053"/>
            <a:ext cx="4882506" cy="73867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十一日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15714" y="5414886"/>
            <a:ext cx="5014914" cy="73867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じゅういち</a:t>
            </a:r>
            <a:r>
              <a:rPr lang="ja-JP" altLang="en-US" sz="48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にち</a:t>
            </a:r>
            <a:endParaRPr lang="en-US" sz="4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86782" y="5414886"/>
            <a:ext cx="3502495" cy="738676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 11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03" y="6238947"/>
            <a:ext cx="4882506" cy="738676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93010" y="6238947"/>
            <a:ext cx="5014914" cy="73867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なんにち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91036" y="6238947"/>
            <a:ext cx="3502495" cy="738676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NGÀY MẤY?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ついたち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03511" y="3829385"/>
            <a:ext cx="609600" cy="609600"/>
          </a:xfrm>
          <a:prstGeom prst="rect">
            <a:avLst/>
          </a:prstGeom>
        </p:spPr>
      </p:pic>
      <p:pic>
        <p:nvPicPr>
          <p:cNvPr id="4" name="じゅういちにち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16481" y="5504079"/>
            <a:ext cx="609600" cy="609600"/>
          </a:xfrm>
          <a:prstGeom prst="rect">
            <a:avLst/>
          </a:prstGeom>
        </p:spPr>
      </p:pic>
      <p:pic>
        <p:nvPicPr>
          <p:cNvPr id="5" name="なんにち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880807" y="6303485"/>
            <a:ext cx="609600" cy="6096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110" y="223295"/>
            <a:ext cx="2054842" cy="205484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0065" y="526395"/>
            <a:ext cx="1855161" cy="1012791"/>
          </a:xfrm>
          <a:prstGeom prst="rect">
            <a:avLst/>
          </a:prstGeom>
        </p:spPr>
      </p:pic>
      <p:pic>
        <p:nvPicPr>
          <p:cNvPr id="28" name="にちようび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67651" y="4708267"/>
            <a:ext cx="496125" cy="4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" dur="9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3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0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16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5330"/>
            <a:ext cx="2376664" cy="23316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663522" y="1853520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74958" y="1844619"/>
            <a:ext cx="1979876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THỜI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D30BE-B238-0D4A-8E93-791875CCB9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6963" y="588281"/>
            <a:ext cx="9685037" cy="929573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762A33-B54F-7341-8117-D68913C71B27}"/>
              </a:ext>
            </a:extLst>
          </p:cNvPr>
          <p:cNvSpPr/>
          <p:nvPr/>
        </p:nvSpPr>
        <p:spPr>
          <a:xfrm>
            <a:off x="22704" y="2942364"/>
            <a:ext cx="4882506" cy="713913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C5919D-F971-3C42-A19D-0D9D3B066CEE}"/>
              </a:ext>
            </a:extLst>
          </p:cNvPr>
          <p:cNvSpPr/>
          <p:nvPr/>
        </p:nvSpPr>
        <p:spPr>
          <a:xfrm>
            <a:off x="3208311" y="2938532"/>
            <a:ext cx="2683033" cy="713912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GIỜ 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～</a:t>
            </a:r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4ECB57-AF6C-DC4E-9AD8-2F8C8C50ABE9}"/>
              </a:ext>
            </a:extLst>
          </p:cNvPr>
          <p:cNvSpPr/>
          <p:nvPr/>
        </p:nvSpPr>
        <p:spPr>
          <a:xfrm>
            <a:off x="-40670" y="3717102"/>
            <a:ext cx="4882506" cy="708667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一時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9DD7F18-1ED6-574D-A437-66A2744B970A}"/>
              </a:ext>
            </a:extLst>
          </p:cNvPr>
          <p:cNvSpPr/>
          <p:nvPr/>
        </p:nvSpPr>
        <p:spPr>
          <a:xfrm>
            <a:off x="3144937" y="3717102"/>
            <a:ext cx="2816515" cy="70866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いち</a:t>
            </a:r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0421E3-AE4A-4F4F-A7E1-FB9D7CEEA345}"/>
              </a:ext>
            </a:extLst>
          </p:cNvPr>
          <p:cNvSpPr/>
          <p:nvPr/>
        </p:nvSpPr>
        <p:spPr>
          <a:xfrm>
            <a:off x="5520139" y="3717102"/>
            <a:ext cx="3502495" cy="708667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GIỜ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3E3E39D-9E8E-6B42-B751-785C47346DA1}"/>
              </a:ext>
            </a:extLst>
          </p:cNvPr>
          <p:cNvSpPr/>
          <p:nvPr/>
        </p:nvSpPr>
        <p:spPr>
          <a:xfrm>
            <a:off x="-40670" y="4522688"/>
            <a:ext cx="4882506" cy="708667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六</a:t>
            </a:r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時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3E8CCB-0E68-A140-879E-0630ABA70A1B}"/>
              </a:ext>
            </a:extLst>
          </p:cNvPr>
          <p:cNvSpPr/>
          <p:nvPr/>
        </p:nvSpPr>
        <p:spPr>
          <a:xfrm>
            <a:off x="3144937" y="4522688"/>
            <a:ext cx="2816515" cy="70866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ろく</a:t>
            </a:r>
            <a:r>
              <a:rPr lang="ja-JP" altLang="en-US" sz="48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4E21E7E-D875-C644-9C82-DE4AD113A566}"/>
              </a:ext>
            </a:extLst>
          </p:cNvPr>
          <p:cNvSpPr/>
          <p:nvPr/>
        </p:nvSpPr>
        <p:spPr>
          <a:xfrm>
            <a:off x="5547097" y="4522688"/>
            <a:ext cx="3502495" cy="708667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GIỜ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3 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481" y="1673787"/>
            <a:ext cx="1372756" cy="137275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2877" y="1580622"/>
            <a:ext cx="2528934" cy="1248856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C4ECB57-AF6C-DC4E-9AD8-2F8C8C50ABE9}"/>
              </a:ext>
            </a:extLst>
          </p:cNvPr>
          <p:cNvSpPr/>
          <p:nvPr/>
        </p:nvSpPr>
        <p:spPr>
          <a:xfrm>
            <a:off x="-40670" y="5352027"/>
            <a:ext cx="4882506" cy="708667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九時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9DD7F18-1ED6-574D-A437-66A2744B970A}"/>
              </a:ext>
            </a:extLst>
          </p:cNvPr>
          <p:cNvSpPr/>
          <p:nvPr/>
        </p:nvSpPr>
        <p:spPr>
          <a:xfrm>
            <a:off x="3144937" y="5352027"/>
            <a:ext cx="2816515" cy="70866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r>
              <a:rPr lang="ja-JP" altLang="en-US" sz="48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40421E3-AE4A-4F4F-A7E1-FB9D7CEEA345}"/>
              </a:ext>
            </a:extLst>
          </p:cNvPr>
          <p:cNvSpPr/>
          <p:nvPr/>
        </p:nvSpPr>
        <p:spPr>
          <a:xfrm>
            <a:off x="5520139" y="5352027"/>
            <a:ext cx="3502495" cy="708667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 GIỜ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E3E39D-9E8E-6B42-B751-785C47346DA1}"/>
              </a:ext>
            </a:extLst>
          </p:cNvPr>
          <p:cNvSpPr/>
          <p:nvPr/>
        </p:nvSpPr>
        <p:spPr>
          <a:xfrm>
            <a:off x="-40670" y="6157613"/>
            <a:ext cx="4882506" cy="708667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何時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33E8CCB-0E68-A140-879E-0630ABA70A1B}"/>
              </a:ext>
            </a:extLst>
          </p:cNvPr>
          <p:cNvSpPr/>
          <p:nvPr/>
        </p:nvSpPr>
        <p:spPr>
          <a:xfrm>
            <a:off x="3144937" y="6157613"/>
            <a:ext cx="2816515" cy="70866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</a:t>
            </a:r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4E21E7E-D875-C644-9C82-DE4AD113A566}"/>
              </a:ext>
            </a:extLst>
          </p:cNvPr>
          <p:cNvSpPr/>
          <p:nvPr/>
        </p:nvSpPr>
        <p:spPr>
          <a:xfrm>
            <a:off x="5547097" y="6157613"/>
            <a:ext cx="3502495" cy="708667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GIỜ ?</a:t>
            </a:r>
          </a:p>
        </p:txBody>
      </p:sp>
      <p:pic>
        <p:nvPicPr>
          <p:cNvPr id="2" name="いちじ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40137" y="3792416"/>
            <a:ext cx="609600" cy="609600"/>
          </a:xfrm>
          <a:prstGeom prst="rect">
            <a:avLst/>
          </a:prstGeom>
        </p:spPr>
      </p:pic>
      <p:pic>
        <p:nvPicPr>
          <p:cNvPr id="3" name="ろくじ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43848" y="4628218"/>
            <a:ext cx="609600" cy="609600"/>
          </a:xfrm>
          <a:prstGeom prst="rect">
            <a:avLst/>
          </a:prstGeom>
        </p:spPr>
      </p:pic>
      <p:pic>
        <p:nvPicPr>
          <p:cNvPr id="26" name="くじ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40137" y="5448285"/>
            <a:ext cx="609600" cy="609600"/>
          </a:xfrm>
          <a:prstGeom prst="rect">
            <a:avLst/>
          </a:prstGeom>
        </p:spPr>
      </p:pic>
      <p:pic>
        <p:nvPicPr>
          <p:cNvPr id="27" name="なんじ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40137" y="620714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7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" dur="12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3" dur="13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522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audio>
              <p:cMediaNode vol="80000">
                <p:cTn id="1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5" dur="94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1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22A1EC-A006-7843-90EE-5AC6211DFB04}"/>
              </a:ext>
            </a:extLst>
          </p:cNvPr>
          <p:cNvSpPr/>
          <p:nvPr/>
        </p:nvSpPr>
        <p:spPr>
          <a:xfrm>
            <a:off x="1" y="2853130"/>
            <a:ext cx="4882506" cy="770822"/>
          </a:xfrm>
          <a:prstGeom prst="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A78F93-2B46-1E44-8D09-BFAB9230A758}"/>
              </a:ext>
            </a:extLst>
          </p:cNvPr>
          <p:cNvSpPr/>
          <p:nvPr/>
        </p:nvSpPr>
        <p:spPr>
          <a:xfrm>
            <a:off x="3208313" y="2849297"/>
            <a:ext cx="4671068" cy="770821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BB8403-5A73-2642-9648-BACE025E1DD9}"/>
              </a:ext>
            </a:extLst>
          </p:cNvPr>
          <p:cNvSpPr/>
          <p:nvPr/>
        </p:nvSpPr>
        <p:spPr>
          <a:xfrm>
            <a:off x="1" y="3680126"/>
            <a:ext cx="4882506" cy="765158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D8BC81-BFAE-924B-AC32-2168D655EAC3}"/>
              </a:ext>
            </a:extLst>
          </p:cNvPr>
          <p:cNvSpPr/>
          <p:nvPr/>
        </p:nvSpPr>
        <p:spPr>
          <a:xfrm>
            <a:off x="3208312" y="3680126"/>
            <a:ext cx="3449387" cy="76515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いっ</a:t>
            </a:r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ぷん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F3A859-99BF-8447-8099-06240A9338BB}"/>
              </a:ext>
            </a:extLst>
          </p:cNvPr>
          <p:cNvSpPr/>
          <p:nvPr/>
        </p:nvSpPr>
        <p:spPr>
          <a:xfrm>
            <a:off x="6340811" y="3680126"/>
            <a:ext cx="3502495" cy="76515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PHÚT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F5720A-2BFF-4445-B208-CAA5339C06AB}"/>
              </a:ext>
            </a:extLst>
          </p:cNvPr>
          <p:cNvSpPr/>
          <p:nvPr/>
        </p:nvSpPr>
        <p:spPr>
          <a:xfrm>
            <a:off x="1" y="4525922"/>
            <a:ext cx="4882506" cy="765158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何分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D4D027-6152-DF48-810A-FF25530842FA}"/>
              </a:ext>
            </a:extLst>
          </p:cNvPr>
          <p:cNvSpPr/>
          <p:nvPr/>
        </p:nvSpPr>
        <p:spPr>
          <a:xfrm>
            <a:off x="3185608" y="4525922"/>
            <a:ext cx="3449387" cy="76515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なんぷん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642830-C8A2-F741-BD0B-2BF9B4D23E8B}"/>
              </a:ext>
            </a:extLst>
          </p:cNvPr>
          <p:cNvSpPr/>
          <p:nvPr/>
        </p:nvSpPr>
        <p:spPr>
          <a:xfrm>
            <a:off x="6345065" y="4525922"/>
            <a:ext cx="3502495" cy="76515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MẤY PHÚT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8995AD1-0D78-C14C-8016-12F2BE451332}"/>
              </a:ext>
            </a:extLst>
          </p:cNvPr>
          <p:cNvSpPr/>
          <p:nvPr/>
        </p:nvSpPr>
        <p:spPr>
          <a:xfrm>
            <a:off x="2252236" y="1824587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97CC132-179F-9849-B879-53EC4E6E9009}"/>
              </a:ext>
            </a:extLst>
          </p:cNvPr>
          <p:cNvSpPr/>
          <p:nvPr/>
        </p:nvSpPr>
        <p:spPr>
          <a:xfrm>
            <a:off x="5437844" y="1815620"/>
            <a:ext cx="2441536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PHÂN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" y="582660"/>
            <a:ext cx="2163337" cy="21277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2236" y="582660"/>
            <a:ext cx="4610743" cy="1070694"/>
          </a:xfrm>
          <a:prstGeom prst="rect">
            <a:avLst/>
          </a:prstGeom>
        </p:spPr>
      </p:pic>
      <p:sp>
        <p:nvSpPr>
          <p:cNvPr id="16" name="Round Same Side Corner Rectangle 15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3 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9627" y="214633"/>
            <a:ext cx="2623037" cy="134628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3BB8403-5A73-2642-9648-BACE025E1DD9}"/>
              </a:ext>
            </a:extLst>
          </p:cNvPr>
          <p:cNvSpPr/>
          <p:nvPr/>
        </p:nvSpPr>
        <p:spPr>
          <a:xfrm>
            <a:off x="-4253" y="5349117"/>
            <a:ext cx="4882506" cy="765158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六分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8D8BC81-BFAE-924B-AC32-2168D655EAC3}"/>
              </a:ext>
            </a:extLst>
          </p:cNvPr>
          <p:cNvSpPr/>
          <p:nvPr/>
        </p:nvSpPr>
        <p:spPr>
          <a:xfrm>
            <a:off x="3204058" y="5349117"/>
            <a:ext cx="3449387" cy="76515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ろっ</a:t>
            </a:r>
            <a:r>
              <a:rPr lang="ja-JP" altLang="en-US" sz="48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ぷん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EF3A859-99BF-8447-8099-06240A9338BB}"/>
              </a:ext>
            </a:extLst>
          </p:cNvPr>
          <p:cNvSpPr/>
          <p:nvPr/>
        </p:nvSpPr>
        <p:spPr>
          <a:xfrm>
            <a:off x="6336557" y="5349117"/>
            <a:ext cx="3502495" cy="76515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</a:t>
            </a:r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F5720A-2BFF-4445-B208-CAA5339C06AB}"/>
              </a:ext>
            </a:extLst>
          </p:cNvPr>
          <p:cNvSpPr/>
          <p:nvPr/>
        </p:nvSpPr>
        <p:spPr>
          <a:xfrm>
            <a:off x="-4253" y="6194913"/>
            <a:ext cx="4882506" cy="765158"/>
          </a:xfrm>
          <a:prstGeom prst="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十分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6D4D027-6152-DF48-810A-FF25530842FA}"/>
              </a:ext>
            </a:extLst>
          </p:cNvPr>
          <p:cNvSpPr/>
          <p:nvPr/>
        </p:nvSpPr>
        <p:spPr>
          <a:xfrm>
            <a:off x="3181354" y="6194913"/>
            <a:ext cx="3449387" cy="76515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じゅっ</a:t>
            </a:r>
            <a:r>
              <a:rPr lang="ja-JP" altLang="en-US" sz="48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ぷん</a:t>
            </a:r>
            <a:endParaRPr lang="en-US" sz="4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D642830-C8A2-F741-BD0B-2BF9B4D23E8B}"/>
              </a:ext>
            </a:extLst>
          </p:cNvPr>
          <p:cNvSpPr/>
          <p:nvPr/>
        </p:nvSpPr>
        <p:spPr>
          <a:xfrm>
            <a:off x="6340811" y="6194913"/>
            <a:ext cx="3502495" cy="765158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 </a:t>
            </a:r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 </a:t>
            </a:r>
          </a:p>
        </p:txBody>
      </p:sp>
      <p:pic>
        <p:nvPicPr>
          <p:cNvPr id="4" name="いっぷん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76554" y="3778213"/>
            <a:ext cx="609600" cy="609600"/>
          </a:xfrm>
          <a:prstGeom prst="rect">
            <a:avLst/>
          </a:prstGeom>
        </p:spPr>
      </p:pic>
      <p:pic>
        <p:nvPicPr>
          <p:cNvPr id="26" name="ろっぷん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99258" y="5426896"/>
            <a:ext cx="609600" cy="609600"/>
          </a:xfrm>
          <a:prstGeom prst="rect">
            <a:avLst/>
          </a:prstGeom>
        </p:spPr>
      </p:pic>
      <p:pic>
        <p:nvPicPr>
          <p:cNvPr id="27" name="じゅっぷん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94918" y="6252666"/>
            <a:ext cx="609600" cy="609600"/>
          </a:xfrm>
          <a:prstGeom prst="rect">
            <a:avLst/>
          </a:prstGeom>
        </p:spPr>
      </p:pic>
      <p:pic>
        <p:nvPicPr>
          <p:cNvPr id="28" name="690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952754" y="467990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6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8" dur="6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8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4" dur="1959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audio>
              <p:cMediaNode vol="8000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1593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94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10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61" y="498519"/>
            <a:ext cx="2254466" cy="2030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231" y="503806"/>
            <a:ext cx="4315101" cy="10097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73231" y="1642846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8839" y="1645426"/>
            <a:ext cx="2915431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NGUYỆT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767" y="3549526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9994" y="3561074"/>
            <a:ext cx="7325517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THÁNG, MẶT TRĂNG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229" y="4746616"/>
            <a:ext cx="4942044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九月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7836" y="4758163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がつ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03016" y="4746616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THÁNG 9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229" y="5732110"/>
            <a:ext cx="4942044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37836" y="5732110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げつ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03016" y="5732110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2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4204" y="143824"/>
            <a:ext cx="1847293" cy="995771"/>
          </a:xfrm>
          <a:prstGeom prst="rect">
            <a:avLst/>
          </a:prstGeom>
        </p:spPr>
      </p:pic>
      <p:sp>
        <p:nvSpPr>
          <p:cNvPr id="22" name="Rounded Rectangular Callout 21"/>
          <p:cNvSpPr/>
          <p:nvPr/>
        </p:nvSpPr>
        <p:spPr>
          <a:xfrm>
            <a:off x="8841497" y="424552"/>
            <a:ext cx="3237637" cy="397199"/>
          </a:xfrm>
          <a:prstGeom prst="wedgeRoundRectCallout">
            <a:avLst>
              <a:gd name="adj1" fmla="val -16374"/>
              <a:gd name="adj2" fmla="val -47325"/>
              <a:gd name="adj3" fmla="val 16667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ảnh</a:t>
            </a:r>
            <a:r>
              <a:rPr lang="en-US" sz="2000" b="1" dirty="0"/>
              <a:t> </a:t>
            </a:r>
            <a:r>
              <a:rPr lang="en-US" sz="2000" b="1" dirty="0" err="1"/>
              <a:t>của</a:t>
            </a:r>
            <a:r>
              <a:rPr lang="en-US" sz="2000" b="1" dirty="0"/>
              <a:t> </a:t>
            </a:r>
            <a:r>
              <a:rPr lang="en-US" sz="2000" b="1" dirty="0" err="1"/>
              <a:t>trăng</a:t>
            </a:r>
            <a:r>
              <a:rPr lang="en-US" sz="2000" b="1" dirty="0"/>
              <a:t> </a:t>
            </a:r>
            <a:r>
              <a:rPr lang="en-US" sz="2000" b="1" dirty="0" err="1"/>
              <a:t>khuyết</a:t>
            </a:r>
            <a:endParaRPr lang="en-US" sz="2000" b="1" dirty="0"/>
          </a:p>
        </p:txBody>
      </p:sp>
      <p:pic>
        <p:nvPicPr>
          <p:cNvPr id="23" name="thang 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9236" y="4943945"/>
            <a:ext cx="457200" cy="457200"/>
          </a:xfrm>
          <a:prstGeom prst="rect">
            <a:avLst/>
          </a:prstGeom>
        </p:spPr>
      </p:pic>
      <p:pic>
        <p:nvPicPr>
          <p:cNvPr id="24" name="46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2257" y="5925669"/>
            <a:ext cx="471157" cy="4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4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  <p:bldLst>
      <p:bldP spid="7" grpId="0" animBg="1"/>
      <p:bldP spid="8" grpId="0" animBg="1"/>
      <p:bldP spid="6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8128" y="2907019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33735" y="2918567"/>
            <a:ext cx="4357689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28" y="3871819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火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33735" y="3871819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ひ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98915" y="3871819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LỬA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" y="533130"/>
            <a:ext cx="2386162" cy="220245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436802" y="1746440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2410" y="1749020"/>
            <a:ext cx="1969014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HỎA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8397" y="533130"/>
            <a:ext cx="4991406" cy="1131759"/>
          </a:xfrm>
          <a:prstGeom prst="rect">
            <a:avLst/>
          </a:prstGeom>
        </p:spPr>
      </p:pic>
      <p:sp>
        <p:nvSpPr>
          <p:cNvPr id="14" name="Round Same Side Corner Rectangle 13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16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92"/>
          <a:stretch/>
        </p:blipFill>
        <p:spPr>
          <a:xfrm>
            <a:off x="0" y="5689599"/>
            <a:ext cx="5603846" cy="1203401"/>
          </a:xfrm>
        </p:spPr>
      </p:pic>
      <p:pic>
        <p:nvPicPr>
          <p:cNvPr id="17" name="Content Placeholder 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9"/>
          <a:stretch/>
        </p:blipFill>
        <p:spPr>
          <a:xfrm>
            <a:off x="5603846" y="5602514"/>
            <a:ext cx="6588154" cy="125548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9803" y="350875"/>
            <a:ext cx="2637034" cy="132814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-12485" y="4835663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火よう日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73122" y="4835663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かようび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8302" y="4835663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3</a:t>
            </a:r>
          </a:p>
        </p:txBody>
      </p:sp>
      <p:pic>
        <p:nvPicPr>
          <p:cNvPr id="22" name="228464 (1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978559" y="4099660"/>
            <a:ext cx="457200" cy="457200"/>
          </a:xfrm>
          <a:prstGeom prst="rect">
            <a:avLst/>
          </a:prstGeom>
        </p:spPr>
      </p:pic>
      <p:pic>
        <p:nvPicPr>
          <p:cNvPr id="23" name="461.mp3 (1)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937543" y="5028393"/>
            <a:ext cx="471157" cy="4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2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94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0571"/>
            <a:ext cx="12191999" cy="48247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974479" y="1474194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0087" y="1476774"/>
            <a:ext cx="2202489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THỦY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56" y="3920785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4463" y="3932333"/>
            <a:ext cx="4357689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NƯỚC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56" y="4885585"/>
            <a:ext cx="4942044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水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04463" y="4885585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みず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69643" y="4885585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NƯỚC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92" y="443779"/>
            <a:ext cx="1928687" cy="19162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8856" y="5843895"/>
            <a:ext cx="4942044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水曜日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04463" y="5843895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すいようび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69643" y="5843895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6144" y="492184"/>
            <a:ext cx="4041479" cy="947339"/>
          </a:xfrm>
          <a:prstGeom prst="rect">
            <a:avLst/>
          </a:prstGeom>
        </p:spPr>
      </p:pic>
      <p:sp>
        <p:nvSpPr>
          <p:cNvPr id="16" name="Round Same Side Corner Rectangle 15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21C091-2F6B-4EF2-8A42-DB11F9863BA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44" y="245639"/>
            <a:ext cx="4111153" cy="23125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63AD72-2D3F-4F70-9A4A-FE2301F571D4}"/>
              </a:ext>
            </a:extLst>
          </p:cNvPr>
          <p:cNvSpPr txBox="1"/>
          <p:nvPr/>
        </p:nvSpPr>
        <p:spPr>
          <a:xfrm>
            <a:off x="9120949" y="412175"/>
            <a:ext cx="25627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3800" dirty="0">
                <a:ln w="0"/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水</a:t>
            </a:r>
            <a:endParaRPr lang="en-US" sz="23900" dirty="0">
              <a:ln w="0"/>
              <a:solidFill>
                <a:schemeClr val="bg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1" name="116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75863" y="5095364"/>
            <a:ext cx="457200" cy="457200"/>
          </a:xfrm>
          <a:prstGeom prst="rect">
            <a:avLst/>
          </a:prstGeom>
        </p:spPr>
      </p:pic>
      <p:pic>
        <p:nvPicPr>
          <p:cNvPr id="22" name="46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61906" y="6063282"/>
            <a:ext cx="471157" cy="4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9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120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23232" y="1685641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08840" y="1688221"/>
            <a:ext cx="2246291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MỘC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2" y="513783"/>
            <a:ext cx="2243138" cy="20576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409" y="513783"/>
            <a:ext cx="4601217" cy="1101854"/>
          </a:xfrm>
          <a:prstGeom prst="rect">
            <a:avLst/>
          </a:prstGeom>
        </p:spPr>
      </p:pic>
      <p:sp>
        <p:nvSpPr>
          <p:cNvPr id="12" name="Round Same Side Corner Rectangle 11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14" name="Content Placeholder 3"/>
          <p:cNvPicPr>
            <a:picLocks noGrp="1" noChangeAspect="1"/>
          </p:cNvPicPr>
          <p:nvPr>
            <p:ph idx="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755" y="2081552"/>
            <a:ext cx="5090932" cy="5090932"/>
          </a:xfrm>
        </p:spPr>
      </p:pic>
      <p:sp>
        <p:nvSpPr>
          <p:cNvPr id="15" name="Rounded Rectangle 14"/>
          <p:cNvSpPr/>
          <p:nvPr/>
        </p:nvSpPr>
        <p:spPr>
          <a:xfrm>
            <a:off x="45792" y="3524259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1399" y="3535807"/>
            <a:ext cx="4357689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CÂY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92" y="4489059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木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31399" y="4489059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96579" y="4489059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CÁI CÂY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Content Placeholder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105" y="554586"/>
            <a:ext cx="1009051" cy="109734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5792" y="5487365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木曜日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31399" y="5487365"/>
            <a:ext cx="5014914" cy="876759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もくようび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196579" y="5487365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5</a:t>
            </a:r>
          </a:p>
        </p:txBody>
      </p:sp>
      <p:pic>
        <p:nvPicPr>
          <p:cNvPr id="24" name="958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02799" y="4698838"/>
            <a:ext cx="457200" cy="457200"/>
          </a:xfrm>
          <a:prstGeom prst="rect">
            <a:avLst/>
          </a:prstGeom>
        </p:spPr>
      </p:pic>
      <p:pic>
        <p:nvPicPr>
          <p:cNvPr id="25" name="46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16442" y="5759149"/>
            <a:ext cx="429913" cy="42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626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0" y="3813980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5607" y="3825528"/>
            <a:ext cx="5495147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KIM LOẠI, VÀNG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4778780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お金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85607" y="4778780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おかね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50787" y="4778780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TIỀN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70276"/>
            <a:ext cx="2414587" cy="22119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606372" y="1808203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1980" y="1810783"/>
            <a:ext cx="2559540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KIM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372" y="570276"/>
            <a:ext cx="9126224" cy="1105992"/>
          </a:xfrm>
          <a:prstGeom prst="rect">
            <a:avLst/>
          </a:prstGeom>
        </p:spPr>
      </p:pic>
      <p:sp>
        <p:nvSpPr>
          <p:cNvPr id="14" name="Round Same Side Corner Rectangle 13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3237" y="1974033"/>
            <a:ext cx="2963891" cy="124359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0" y="5785407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金曜日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85607" y="5785407"/>
            <a:ext cx="5014914" cy="87675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きん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50787" y="5785407"/>
            <a:ext cx="3502495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6</a:t>
            </a:r>
          </a:p>
        </p:txBody>
      </p:sp>
      <p:pic>
        <p:nvPicPr>
          <p:cNvPr id="20" name="48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57007" y="4966521"/>
            <a:ext cx="457200" cy="457200"/>
          </a:xfrm>
          <a:prstGeom prst="rect">
            <a:avLst/>
          </a:prstGeom>
        </p:spPr>
      </p:pic>
      <p:pic>
        <p:nvPicPr>
          <p:cNvPr id="21" name="46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57007" y="6008829"/>
            <a:ext cx="429913" cy="42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94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5792" y="3601684"/>
            <a:ext cx="4882506" cy="883249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31399" y="3613232"/>
            <a:ext cx="4357689" cy="883248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92" y="4566484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土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31399" y="4566484"/>
            <a:ext cx="5014914" cy="87675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つち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96579" y="4566484"/>
            <a:ext cx="4235341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ĐẤT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2" y="443780"/>
            <a:ext cx="2300438" cy="20862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516676" y="1632872"/>
            <a:ext cx="3585659" cy="87428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02284" y="1635452"/>
            <a:ext cx="2132820" cy="883249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THỔ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045" y="443779"/>
            <a:ext cx="3496163" cy="1043133"/>
          </a:xfrm>
          <a:prstGeom prst="rect">
            <a:avLst/>
          </a:prstGeom>
        </p:spPr>
      </p:pic>
      <p:sp>
        <p:nvSpPr>
          <p:cNvPr id="15" name="Round Same Side Corner Rectangle 14"/>
          <p:cNvSpPr/>
          <p:nvPr/>
        </p:nvSpPr>
        <p:spPr>
          <a:xfrm>
            <a:off x="2112627" y="-3081"/>
            <a:ext cx="4003644" cy="435429"/>
          </a:xfrm>
          <a:prstGeom prst="round2SameRect">
            <a:avLst/>
          </a:prstGeom>
          <a:solidFill>
            <a:srgbClr val="B00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 ĐƠN VỊ ĐẾM (TT)  </a:t>
            </a:r>
          </a:p>
        </p:txBody>
      </p:sp>
      <p:sp>
        <p:nvSpPr>
          <p:cNvPr id="16" name="Round Same Side Corner Rectangle 15"/>
          <p:cNvSpPr/>
          <p:nvPr/>
        </p:nvSpPr>
        <p:spPr>
          <a:xfrm>
            <a:off x="45792" y="-3081"/>
            <a:ext cx="2342605" cy="44686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BÀI 4  </a:t>
            </a:r>
          </a:p>
        </p:txBody>
      </p:sp>
      <p:pic>
        <p:nvPicPr>
          <p:cNvPr id="17" name="Content Placeholder 5"/>
          <p:cNvPicPr>
            <a:picLocks noGrp="1" noChangeAspect="1"/>
          </p:cNvPicPr>
          <p:nvPr>
            <p:ph idx="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871" y="-80718"/>
            <a:ext cx="2092125" cy="2092125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169C83-C755-4ABB-AF99-BAC1CB37E29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033" y="123509"/>
            <a:ext cx="2726805" cy="27268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661909-1154-48D1-8CE4-9963060F5E67}"/>
              </a:ext>
            </a:extLst>
          </p:cNvPr>
          <p:cNvSpPr txBox="1"/>
          <p:nvPr/>
        </p:nvSpPr>
        <p:spPr>
          <a:xfrm>
            <a:off x="8875789" y="690798"/>
            <a:ext cx="21328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3800" dirty="0">
                <a:ln w="0"/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土</a:t>
            </a:r>
            <a:endParaRPr lang="en-US" sz="13800" dirty="0">
              <a:ln w="0"/>
              <a:solidFill>
                <a:schemeClr val="bg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92" y="5602558"/>
            <a:ext cx="4882506" cy="876759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土よう日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31399" y="5602558"/>
            <a:ext cx="5014914" cy="87675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ど</a:t>
            </a:r>
            <a:r>
              <a:rPr lang="ja-JP" altLang="en-US" sz="4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ようび</a:t>
            </a:r>
            <a:endParaRPr lang="en-US" sz="4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196579" y="5602558"/>
            <a:ext cx="4235341" cy="876759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THỨ 7</a:t>
            </a:r>
          </a:p>
        </p:txBody>
      </p:sp>
      <p:pic>
        <p:nvPicPr>
          <p:cNvPr id="23" name="1526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033930" y="4805047"/>
            <a:ext cx="457200" cy="457200"/>
          </a:xfrm>
          <a:prstGeom prst="rect">
            <a:avLst/>
          </a:prstGeom>
        </p:spPr>
      </p:pic>
      <p:pic>
        <p:nvPicPr>
          <p:cNvPr id="24" name="46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016442" y="5825980"/>
            <a:ext cx="429913" cy="42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5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7" dur="1253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9" grpId="0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1054</Words>
  <Application>Microsoft Office PowerPoint</Application>
  <PresentationFormat>Widescreen</PresentationFormat>
  <Paragraphs>411</Paragraphs>
  <Slides>19</Slides>
  <Notes>6</Notes>
  <HiddenSlides>0</HiddenSlides>
  <MMClips>108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Aharoni</vt:lpstr>
      <vt:lpstr>Kozuka Mincho Pr6N EL</vt:lpstr>
      <vt:lpstr>游ゴシック</vt:lpstr>
      <vt:lpstr>Arial</vt:lpstr>
      <vt:lpstr>Book Antiqua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orico</dc:creator>
  <cp:lastModifiedBy>orico</cp:lastModifiedBy>
  <cp:revision>1</cp:revision>
  <dcterms:created xsi:type="dcterms:W3CDTF">2024-11-07T00:44:34Z</dcterms:created>
  <dcterms:modified xsi:type="dcterms:W3CDTF">2024-11-07T00:45:34Z</dcterms:modified>
</cp:coreProperties>
</file>